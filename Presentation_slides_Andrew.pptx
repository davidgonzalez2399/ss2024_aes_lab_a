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9" autoAdjust="0"/>
    <p:restoredTop sz="94660"/>
  </p:normalViewPr>
  <p:slideViewPr>
    <p:cSldViewPr snapToGrid="0">
      <p:cViewPr>
        <p:scale>
          <a:sx n="80" d="100"/>
          <a:sy n="80" d="100"/>
        </p:scale>
        <p:origin x="58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5185-A90A-E478-16DB-4A37D8E08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D8A28-4549-A3F3-63D0-FBFAF219C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06CF-C30E-29AD-306E-9A589F97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22825-1456-18CE-723C-73C235E9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2476-E0A6-ED2D-4D76-29229F24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03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69350-0A9B-E6FC-9A36-78FAFCA1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1B03-B029-365C-E12A-B04F609A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994F9-BC26-0322-FC72-A13B9B0F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D0727-29AE-752C-1818-1F89B0BE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8B0E7-443A-E6E8-3D98-6085348F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018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8DC4-7AB6-5D1D-4C52-4D27CBBD5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99701-2D25-ECB1-1DC8-9F5C14B27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52F-E3C6-CF8C-3635-B0024729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E375-C065-5AB6-1C1D-53B8CD3C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9CDA0-BFE7-0E61-1056-287F2D99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632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1930-E52C-DFF0-B401-CCDA5739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2C48E-1CA0-482A-426F-0776B87D9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D652F-B078-D54E-2C20-7F41C701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40509-E474-DD04-570E-899D48BE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1B57F-4E23-589F-FBCA-FF1ACA6C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A85DA-47F0-5F13-EB5C-95743063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36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2F11-1F2F-FF29-C9B1-74CE9CE3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2C1D-2D9C-8091-42F0-D2693CF6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EF589A-82B9-C6DD-CD27-46E38D597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D790B-C56B-72E2-7D67-77029B28F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F36D12-B189-1FD1-7190-478EC427A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65C638-398C-29AB-9F2E-20801C7B8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244BDE-8E7F-7091-1590-98D332B33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16423A-649F-5F21-7C26-8C4549D8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18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D6ED-FDD4-E78B-F066-DEE0120D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81D9E-0C3C-DB39-BD58-A0DA46B03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15A4F-931D-0805-C095-0BB8549B8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14EC8-7EEC-F2F6-5298-3744A7C4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764041-2876-5094-FCBE-034A855F5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02904-1DBC-02C5-B44F-463007BE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DFEA-23F8-998B-2222-BD334CE9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5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3C1E-F427-AE6D-6C0D-522F3747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FC79-73AE-8441-F936-75F3C295C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640FC-22D5-7B38-AB56-D283E6858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F8AE5F-20E0-C56B-29B3-96D68A576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6A507-113B-FBB5-0B0C-B4BB90C6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15B-001F-4C6C-1162-176CE798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377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0C4-AC4B-7BFE-E805-18BD9CC7F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21C7A-D822-914B-2CA6-3EC044FE2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D33341-EEE2-DF1B-12B5-CCA6A1D6F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69419-5BCB-8944-F3FE-12C4456F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D4E3C-E1E4-8206-A8B9-1CCB6DB5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DB06-570D-F72E-8EF7-D293C95A0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A1D-E9DE-BB71-4D78-0A935B98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9316-C2CA-7911-75BA-6DE388352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EAAF-4173-487B-2DE5-2DC7A1B36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4789-F679-8C13-5D0E-633C173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00A0F-611F-D7EC-2BA4-BE7103BD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033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DCDCA7-F969-08A4-BC29-9A488CE7A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F625F-123E-F017-7423-F8B07D65A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3972-E2E1-ADED-A4B7-2550070D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A01D1-E31B-FCDC-26EA-1BE9F0C6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F5BBF-DA24-1AE1-C8BC-EF9DB2B1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004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360E78-54C4-393C-E8A2-7D480F17D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5154F-DE9E-3838-DEC2-7C9777FA5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40D06-137E-23C7-76E0-FEA779592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3DFA-FA19-8297-D863-E1FBBF36E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043FD-BF1B-4739-6BEB-DFF90EFB1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8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37B1D6-E51D-C104-0F6A-7D8A16049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Color Sensor</a:t>
            </a:r>
            <a:endParaRPr lang="de-DE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BFBE7-8AEC-CA66-D7B3-010266C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 err="1"/>
              <a:t>makeConnection</a:t>
            </a:r>
            <a:endParaRPr lang="en-US" sz="2400" dirty="0"/>
          </a:p>
          <a:p>
            <a:r>
              <a:rPr lang="en-US" sz="2400" dirty="0"/>
              <a:t>Publish </a:t>
            </a:r>
          </a:p>
          <a:p>
            <a:r>
              <a:rPr lang="en-US" sz="2400" dirty="0"/>
              <a:t>Pins</a:t>
            </a:r>
          </a:p>
          <a:p>
            <a:r>
              <a:rPr lang="en-US" sz="2400" dirty="0" err="1"/>
              <a:t>measureRed</a:t>
            </a:r>
            <a:endParaRPr lang="en-US" sz="2400" dirty="0"/>
          </a:p>
          <a:p>
            <a:r>
              <a:rPr lang="en-US" sz="2400" dirty="0" err="1"/>
              <a:t>measureGreen</a:t>
            </a:r>
            <a:endParaRPr lang="en-US" sz="2400" dirty="0"/>
          </a:p>
          <a:p>
            <a:r>
              <a:rPr lang="en-US" sz="2400" dirty="0" err="1"/>
              <a:t>measureBlue</a:t>
            </a:r>
            <a:endParaRPr lang="en-US" sz="2400" dirty="0"/>
          </a:p>
          <a:p>
            <a:r>
              <a:rPr lang="en-US" sz="2400" dirty="0" err="1"/>
              <a:t>Decide_color</a:t>
            </a:r>
            <a:endParaRPr lang="de-DE" sz="2400" dirty="0"/>
          </a:p>
        </p:txBody>
      </p:sp>
      <p:pic>
        <p:nvPicPr>
          <p:cNvPr id="11" name="Picture 10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9CECB5EA-661E-B0B7-9272-05788A735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888" y="1514702"/>
            <a:ext cx="5931300" cy="5479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088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Color Sensor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 Sensor</dc:title>
  <dc:creator>Zakhary Andrew Antwan Mikheal Fahmy (GIP GEMS LMP TM LP)</dc:creator>
  <cp:lastModifiedBy>Zakhary Andrew Antwan Mikheal Fahmy (GIP GEMS LMP TM LP)</cp:lastModifiedBy>
  <cp:revision>1</cp:revision>
  <dcterms:created xsi:type="dcterms:W3CDTF">2024-07-01T08:55:06Z</dcterms:created>
  <dcterms:modified xsi:type="dcterms:W3CDTF">2024-07-01T09:14:29Z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true</vt:lpwstr>
  </property>
  <property fmtid="{D5CDD505-2E9C-101B-9397-08002B2CF9AE}" pid="3" name="MSIP_Label_a15a25aa-e944-415d-b7a7-40f6b9180b6b_SetDate">
    <vt:lpwstr>2024-07-01T09:13:20Z</vt:lpwstr>
  </property>
  <property fmtid="{D5CDD505-2E9C-101B-9397-08002B2CF9AE}" pid="4" name="MSIP_Label_a15a25aa-e944-415d-b7a7-40f6b9180b6b_Method">
    <vt:lpwstr>Standard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a6cf9b14-eca3-490b-956c-e869f6b4631f</vt:lpwstr>
  </property>
  <property fmtid="{D5CDD505-2E9C-101B-9397-08002B2CF9AE}" pid="8" name="MSIP_Label_a15a25aa-e944-415d-b7a7-40f6b9180b6b_ContentBits">
    <vt:lpwstr>0</vt:lpwstr>
  </property>
</Properties>
</file>