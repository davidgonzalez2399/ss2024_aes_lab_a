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9" autoAdjust="0"/>
    <p:restoredTop sz="94660"/>
  </p:normalViewPr>
  <p:slideViewPr>
    <p:cSldViewPr snapToGrid="0">
      <p:cViewPr>
        <p:scale>
          <a:sx n="88" d="100"/>
          <a:sy n="88" d="100"/>
        </p:scale>
        <p:origin x="49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2BE069-02B8-46F4-B7A3-1901DE6586F4}" type="datetimeFigureOut">
              <a:rPr lang="de-DE" smtClean="0"/>
              <a:t>01.07.2024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227CC4-06CF-4FEC-A33B-17F3560009F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643591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75185-A90A-E478-16DB-4A37D8E08A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CD8A28-4549-A3F3-63D0-FBFAF219C4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A606CF-C30E-29AD-306E-9A589F97C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F8456-1700-4EA4-A2A0-74C427A51EE5}" type="datetime1">
              <a:rPr lang="de-DE" smtClean="0"/>
              <a:t>01.07.2024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E22825-1456-18CE-723C-73C235E97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22476-E0A6-ED2D-4D76-29229F24A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154DB-8464-4BDD-8B82-7D45619E763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65031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69350-0A9B-E6FC-9A36-78FAFCA19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D31B03-B029-365C-E12A-B04F609AB0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0994F9-BC26-0322-FC72-A13B9B0F7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EFCD7-0297-4B70-8FAF-CE89BCC2C0EF}" type="datetime1">
              <a:rPr lang="de-DE" smtClean="0"/>
              <a:t>01.07.2024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8D0727-29AE-752C-1818-1F89B0BEF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E8B0E7-443A-E6E8-3D98-6085348F1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154DB-8464-4BDD-8B82-7D45619E763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90189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48DC4-7AB6-5D1D-4C52-4D27CBBD5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E99701-2D25-ECB1-1DC8-9F5C14B276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7D652F-E3C6-CF8C-3635-B00247291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A0439-DE99-4CFC-91C2-A37EF2E8D996}" type="datetime1">
              <a:rPr lang="de-DE" smtClean="0"/>
              <a:t>01.07.2024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15E375-C065-5AB6-1C1D-53B8CD3CB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19CDA0-BFE7-0E61-1056-287F2D99A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154DB-8464-4BDD-8B82-7D45619E763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6326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C1930-E52C-DFF0-B401-CCDA57398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22C48E-1CA0-482A-426F-0776B87D95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7D652F-B078-D54E-2C20-7F41C701C8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440509-E474-DD04-570E-899D48BEF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CB787-971D-436C-B5AE-A01BABBC73F2}" type="datetime1">
              <a:rPr lang="de-DE" smtClean="0"/>
              <a:t>01.07.2024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A1B57F-4E23-589F-FBCA-FF1ACA6C9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5A85DA-47F0-5F13-EB5C-957430632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154DB-8464-4BDD-8B82-7D45619E763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343686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22F11-1F2F-FF29-C9B1-74CE9CE35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592C1D-2D9C-8091-42F0-D2693CF6F3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EF589A-82B9-C6DD-CD27-46E38D5976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CD790B-C56B-72E2-7D67-77029B28F0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F36D12-B189-1FD1-7190-478EC427A6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65C638-398C-29AB-9F2E-20801C7B8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3F3DA-6843-410E-9B23-A23F269E2F16}" type="datetime1">
              <a:rPr lang="de-DE" smtClean="0"/>
              <a:t>01.07.2024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244BDE-8E7F-7091-1590-98D332B33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16423A-649F-5F21-7C26-8C4549D86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154DB-8464-4BDD-8B82-7D45619E763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101816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ED6ED-FDD4-E78B-F066-DEE0120D4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81D9E-0C3C-DB39-BD58-A0DA46B03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8DB25-95F7-45BA-B624-A449C55505B0}" type="datetime1">
              <a:rPr lang="de-DE" smtClean="0"/>
              <a:t>01.07.2024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515A4F-931D-0805-C095-0BB8549B8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F14EC8-7EEC-F2F6-5298-3744A7C41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154DB-8464-4BDD-8B82-7D45619E763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8328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764041-2876-5094-FCBE-034A855F5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CF805-D511-42A6-A4A5-181398426734}" type="datetime1">
              <a:rPr lang="de-DE" smtClean="0"/>
              <a:t>01.07.2024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602904-1DBC-02C5-B44F-463007BE3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1BDFEA-23F8-998B-2222-BD334CE9D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154DB-8464-4BDD-8B82-7D45619E763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31153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43C1E-F427-AE6D-6C0D-522F3747A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BFFC79-73AE-8441-F936-75F3C295C5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F640FC-22D5-7B38-AB56-D283E68589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F8AE5F-20E0-C56B-29B3-96D68A576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DC2F2-4D53-4617-B79C-89FED9AAE824}" type="datetime1">
              <a:rPr lang="de-DE" smtClean="0"/>
              <a:t>01.07.2024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76A507-113B-FBB5-0B0C-B4BB90C6D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DED15B-001F-4C6C-1162-176CE7988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154DB-8464-4BDD-8B82-7D45619E763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09377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B00C4-AC4B-7BFE-E805-18BD9CC7F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C21C7A-D822-914B-2CA6-3EC044FE2E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D33341-EEE2-DF1B-12B5-CCA6A1D6F8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B69419-5BCB-8944-F3FE-12C4456FE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E0659-C598-41D5-AA5F-67728C2E67C9}" type="datetime1">
              <a:rPr lang="de-DE" smtClean="0"/>
              <a:t>01.07.2024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BD4E3C-E1E4-8206-A8B9-1CCB6DB5D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B3DB06-570D-F72E-8EF7-D293C95A0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154DB-8464-4BDD-8B82-7D45619E763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2095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75A1D-E9DE-BB71-4D78-0A935B985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A49316-C2CA-7911-75BA-6DE388352B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0DEAAF-4173-487B-2DE5-2DC7A1B36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F25A9-AFBB-4DBD-914B-FBEEC84B3229}" type="datetime1">
              <a:rPr lang="de-DE" smtClean="0"/>
              <a:t>01.07.2024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174789-F679-8C13-5D0E-633C17375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C00A0F-611F-D7EC-2BA4-BE7103BD3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154DB-8464-4BDD-8B82-7D45619E763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03033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DCDCA7-F969-08A4-BC29-9A488CE7A9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8F625F-123E-F017-7423-F8B07D65AA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A23972-E2E1-ADED-A4B7-2550070D1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40F57-ED7F-4037-AD95-FEB37228F641}" type="datetime1">
              <a:rPr lang="de-DE" smtClean="0"/>
              <a:t>01.07.2024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EA01D1-E31B-FCDC-26EA-1BE9F0C60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1F5BBF-DA24-1AE1-C8BC-EF9DB2B10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154DB-8464-4BDD-8B82-7D45619E763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430041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360E78-54C4-393C-E8A2-7D480F17D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05154F-DE9E-3838-DEC2-7C9777FA53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B40D06-137E-23C7-76E0-FEA779592D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AEFDC7-853F-4C37-8D74-F1056ED0C453}" type="datetime1">
              <a:rPr lang="de-DE" smtClean="0"/>
              <a:t>01.07.2024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B3DFA-FA19-8297-D863-E1FBBF36E8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9043FD-BF1B-4739-6BEB-DFF90EFB17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C154DB-8464-4BDD-8B82-7D45619E763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813853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37B1D6-E51D-C104-0F6A-7D8A16049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Color Sensor</a:t>
            </a:r>
            <a:endParaRPr lang="de-DE" sz="4000" dirty="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4BFBE7-8AEC-CA66-D7B3-010266CA32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r>
              <a:rPr lang="en-US" sz="2400" dirty="0" err="1"/>
              <a:t>makeConnection</a:t>
            </a:r>
            <a:endParaRPr lang="en-US" sz="2400" dirty="0"/>
          </a:p>
          <a:p>
            <a:r>
              <a:rPr lang="en-US" sz="2400" dirty="0"/>
              <a:t>Publish </a:t>
            </a:r>
          </a:p>
          <a:p>
            <a:r>
              <a:rPr lang="en-US" sz="2400" dirty="0"/>
              <a:t>Pins</a:t>
            </a:r>
          </a:p>
          <a:p>
            <a:r>
              <a:rPr lang="en-US" sz="2400" dirty="0" err="1"/>
              <a:t>measureRed</a:t>
            </a:r>
            <a:endParaRPr lang="en-US" sz="2400" dirty="0"/>
          </a:p>
          <a:p>
            <a:r>
              <a:rPr lang="en-US" sz="2400" dirty="0" err="1"/>
              <a:t>measureGreen</a:t>
            </a:r>
            <a:endParaRPr lang="en-US" sz="2400" dirty="0"/>
          </a:p>
          <a:p>
            <a:r>
              <a:rPr lang="en-US" sz="2400" dirty="0" err="1"/>
              <a:t>measureBlue</a:t>
            </a:r>
            <a:endParaRPr lang="en-US" sz="2400" dirty="0"/>
          </a:p>
          <a:p>
            <a:r>
              <a:rPr lang="en-US" sz="2400" dirty="0" err="1"/>
              <a:t>Decide_color</a:t>
            </a:r>
            <a:endParaRPr lang="de-DE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B62B10-D0CF-DA11-1EBA-91FC14BB4E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0771" y="2030248"/>
            <a:ext cx="2819794" cy="1352739"/>
          </a:xfrm>
          <a:prstGeom prst="rect">
            <a:avLst/>
          </a:prstGeom>
        </p:spPr>
      </p:pic>
      <p:pic>
        <p:nvPicPr>
          <p:cNvPr id="13" name="Picture 12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8DE81E41-823A-D052-399B-230AD367BD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7995" y="1401696"/>
            <a:ext cx="6161269" cy="5251951"/>
          </a:xfrm>
          <a:prstGeom prst="rect">
            <a:avLst/>
          </a:prstGeom>
        </p:spPr>
      </p:pic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BC2C2F7B-8650-7AF3-8EBC-8BB275BB8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9411" y="6356350"/>
            <a:ext cx="11044645" cy="365125"/>
          </a:xfrm>
        </p:spPr>
        <p:txBody>
          <a:bodyPr/>
          <a:lstStyle/>
          <a:p>
            <a:pPr algn="l"/>
            <a:r>
              <a:rPr lang="de-DE"/>
              <a:t>https://www.mouser.com/catalog/specsheets/tcs3200-e11.pdf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580880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26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Color Sensor</vt:lpstr>
    </vt:vector>
  </TitlesOfParts>
  <Company>Infineon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Color Sensor</dc:title>
  <dc:creator>Zakhary Andrew Antwan Mikheal Fahmy (GIP GEMS LMP TM LP)</dc:creator>
  <cp:lastModifiedBy>Zakhary Andrew Antwan Mikheal Fahmy (GIP GEMS LMP TM LP)</cp:lastModifiedBy>
  <cp:revision>3</cp:revision>
  <dcterms:created xsi:type="dcterms:W3CDTF">2024-07-01T08:55:06Z</dcterms:created>
  <dcterms:modified xsi:type="dcterms:W3CDTF">2024-07-01T09:27:00Z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15a25aa-e944-415d-b7a7-40f6b9180b6b_Enabled">
    <vt:lpwstr>true</vt:lpwstr>
  </property>
  <property fmtid="{D5CDD505-2E9C-101B-9397-08002B2CF9AE}" pid="3" name="MSIP_Label_a15a25aa-e944-415d-b7a7-40f6b9180b6b_SetDate">
    <vt:lpwstr>2024-07-01T09:13:20Z</vt:lpwstr>
  </property>
  <property fmtid="{D5CDD505-2E9C-101B-9397-08002B2CF9AE}" pid="4" name="MSIP_Label_a15a25aa-e944-415d-b7a7-40f6b9180b6b_Method">
    <vt:lpwstr>Standard</vt:lpwstr>
  </property>
  <property fmtid="{D5CDD505-2E9C-101B-9397-08002B2CF9AE}" pid="5" name="MSIP_Label_a15a25aa-e944-415d-b7a7-40f6b9180b6b_Name">
    <vt:lpwstr>a15a25aa-e944-415d-b7a7-40f6b9180b6b</vt:lpwstr>
  </property>
  <property fmtid="{D5CDD505-2E9C-101B-9397-08002B2CF9AE}" pid="6" name="MSIP_Label_a15a25aa-e944-415d-b7a7-40f6b9180b6b_SiteId">
    <vt:lpwstr>eeb8d0e8-3544-41d3-aac6-934c309faf5a</vt:lpwstr>
  </property>
  <property fmtid="{D5CDD505-2E9C-101B-9397-08002B2CF9AE}" pid="7" name="MSIP_Label_a15a25aa-e944-415d-b7a7-40f6b9180b6b_ActionId">
    <vt:lpwstr>a6cf9b14-eca3-490b-956c-e869f6b4631f</vt:lpwstr>
  </property>
  <property fmtid="{D5CDD505-2E9C-101B-9397-08002B2CF9AE}" pid="8" name="MSIP_Label_a15a25aa-e944-415d-b7a7-40f6b9180b6b_ContentBits">
    <vt:lpwstr>0</vt:lpwstr>
  </property>
</Properties>
</file>