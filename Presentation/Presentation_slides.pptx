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  <p:sldMasterId id="2147483696" r:id="rId2"/>
  </p:sldMasterIdLst>
  <p:notesMasterIdLst>
    <p:notesMasterId r:id="rId11"/>
  </p:notesMasterIdLst>
  <p:sldIdLst>
    <p:sldId id="256" r:id="rId3"/>
    <p:sldId id="258" r:id="rId4"/>
    <p:sldId id="257" r:id="rId5"/>
    <p:sldId id="304" r:id="rId6"/>
    <p:sldId id="305" r:id="rId7"/>
    <p:sldId id="307" r:id="rId8"/>
    <p:sldId id="308" r:id="rId9"/>
    <p:sldId id="309" r:id="rId10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ACFF5"/>
    <a:srgbClr val="D09E00"/>
    <a:srgbClr val="0C8EA0"/>
    <a:srgbClr val="FBD803"/>
    <a:srgbClr val="FF33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79" autoAdjust="0"/>
    <p:restoredTop sz="94660"/>
  </p:normalViewPr>
  <p:slideViewPr>
    <p:cSldViewPr snapToGrid="0">
      <p:cViewPr varScale="1">
        <p:scale>
          <a:sx n="48" d="100"/>
          <a:sy n="48" d="100"/>
        </p:scale>
        <p:origin x="67" y="7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viewProps" Target="viewProp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15" Type="http://schemas.openxmlformats.org/officeDocument/2006/relationships/tableStyles" Target="tableStyles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2BE069-02B8-46F4-B7A3-1901DE6586F4}" type="datetimeFigureOut">
              <a:rPr lang="de-DE" smtClean="0"/>
              <a:t>02.07.2024</a:t>
            </a:fld>
            <a:endParaRPr lang="de-D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8227CC4-06CF-4FEC-A33B-17F3560009F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643591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7" name="Google Shape;457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75185-A90A-E478-16DB-4A37D8E08A2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CD8A28-4549-A3F3-63D0-FBFAF219C46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A606CF-C30E-29AD-306E-9A589F97C2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2463A0-D130-4F16-B92C-E3F721AA6263}" type="datetime1">
              <a:rPr lang="de-DE" smtClean="0"/>
              <a:t>02.07.2024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E22825-1456-18CE-723C-73C235E978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A22476-E0A6-ED2D-4D76-29229F24A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154DB-8464-4BDD-8B82-7D45619E763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650315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369350-0A9B-E6FC-9A36-78FAFCA199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D31B03-B029-365C-E12A-B04F609AB0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0994F9-BC26-0322-FC72-A13B9B0F7E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5D3904-56BA-48A6-97ED-F550595846CE}" type="datetime1">
              <a:rPr lang="de-DE" smtClean="0"/>
              <a:t>02.07.2024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8D0727-29AE-752C-1818-1F89B0BEF9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E8B0E7-443A-E6E8-3D98-6085348F10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154DB-8464-4BDD-8B82-7D45619E763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901892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E48DC4-7AB6-5D1D-4C52-4D27CBBD54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E99701-2D25-ECB1-1DC8-9F5C14B276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7D652F-E3C6-CF8C-3635-B002472910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40C0BB-DB8B-4843-86A0-21A567A30A5D}" type="datetime1">
              <a:rPr lang="de-DE" smtClean="0"/>
              <a:t>02.07.2024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15E375-C065-5AB6-1C1D-53B8CD3CBD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19CDA0-BFE7-0E61-1056-287F2D99AD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154DB-8464-4BDD-8B82-7D45619E763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063266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6C1930-E52C-DFF0-B401-CCDA573980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22C48E-1CA0-482A-426F-0776B87D95D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F7D652F-B078-D54E-2C20-7F41C701C89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2440509-E474-DD04-570E-899D48BEF9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46232F-E667-4E97-9452-D6D313A09644}" type="datetime1">
              <a:rPr lang="de-DE" smtClean="0"/>
              <a:t>02.07.2024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2A1B57F-4E23-589F-FBCA-FF1ACA6C9D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5A85DA-47F0-5F13-EB5C-957430632F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154DB-8464-4BDD-8B82-7D45619E763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343686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422F11-1F2F-FF29-C9B1-74CE9CE359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592C1D-2D9C-8091-42F0-D2693CF6F3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EF589A-82B9-C6DD-CD27-46E38D5976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7CD790B-C56B-72E2-7D67-77029B28F05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3F36D12-B189-1FD1-7190-478EC427A6D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B65C638-398C-29AB-9F2E-20801C7B84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07A8EF-CCEB-4142-8FE7-5B9E134EDCDD}" type="datetime1">
              <a:rPr lang="de-DE" smtClean="0"/>
              <a:t>02.07.2024</a:t>
            </a:fld>
            <a:endParaRPr lang="de-D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1244BDE-8E7F-7091-1590-98D332B33F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016423A-649F-5F21-7C26-8C4549D864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154DB-8464-4BDD-8B82-7D45619E763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101816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ED6ED-FDD4-E78B-F066-DEE0120D4D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C81D9E-0C3C-DB39-BD58-A0DA46B035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2CB6C-EA77-45B6-918D-E81F6F519B1F}" type="datetime1">
              <a:rPr lang="de-DE" smtClean="0"/>
              <a:t>02.07.2024</a:t>
            </a:fld>
            <a:endParaRPr lang="de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515A4F-931D-0805-C095-0BB8549B82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3F14EC8-7EEC-F2F6-5298-3744A7C41D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154DB-8464-4BDD-8B82-7D45619E763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483288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3764041-2876-5094-FCBE-034A855F53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4100AE-FF6D-492A-8042-975BADBBD7C7}" type="datetime1">
              <a:rPr lang="de-DE" smtClean="0"/>
              <a:t>02.07.2024</a:t>
            </a:fld>
            <a:endParaRPr lang="de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7602904-1DBC-02C5-B44F-463007BE3E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1BDFEA-23F8-998B-2222-BD334CE9D6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154DB-8464-4BDD-8B82-7D45619E763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311530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D43C1E-F427-AE6D-6C0D-522F3747A4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BFFC79-73AE-8441-F936-75F3C295C5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8F640FC-22D5-7B38-AB56-D283E68589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7F8AE5F-20E0-C56B-29B3-96D68A576E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FB143F-A484-44CB-9445-58B871E6276E}" type="datetime1">
              <a:rPr lang="de-DE" smtClean="0"/>
              <a:t>02.07.2024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C76A507-113B-FBB5-0B0C-B4BB90C6DD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DED15B-001F-4C6C-1162-176CE7988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154DB-8464-4BDD-8B82-7D45619E763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093775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8B00C4-AC4B-7BFE-E805-18BD9CC7F3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2C21C7A-D822-914B-2CA6-3EC044FE2E1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FD33341-EEE2-DF1B-12B5-CCA6A1D6F8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DB69419-5BCB-8944-F3FE-12C4456FE8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A02425-733D-435F-B632-640F8E52BD76}" type="datetime1">
              <a:rPr lang="de-DE" smtClean="0"/>
              <a:t>02.07.2024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BD4E3C-E1E4-8206-A8B9-1CCB6DB5DF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B3DB06-570D-F72E-8EF7-D293C95A0E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154DB-8464-4BDD-8B82-7D45619E763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20952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E75A1D-E9DE-BB71-4D78-0A935B9850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A49316-C2CA-7911-75BA-6DE388352B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0DEAAF-4173-487B-2DE5-2DC7A1B360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DC84E9-B5DD-4930-92F5-2CD32D22C81E}" type="datetime1">
              <a:rPr lang="de-DE" smtClean="0"/>
              <a:t>02.07.2024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174789-F679-8C13-5D0E-633C17375A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C00A0F-611F-D7EC-2BA4-BE7103BD33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154DB-8464-4BDD-8B82-7D45619E763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030333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DDCDCA7-F969-08A4-BC29-9A488CE7A9C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48F625F-123E-F017-7423-F8B07D65AA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A23972-E2E1-ADED-A4B7-2550070D1D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B4BE17-0D32-471B-A228-F9092BC7576C}" type="datetime1">
              <a:rPr lang="de-DE" smtClean="0"/>
              <a:t>02.07.2024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EA01D1-E31B-FCDC-26EA-1BE9F0C605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1F5BBF-DA24-1AE1-C8BC-EF9DB2B104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154DB-8464-4BDD-8B82-7D45619E763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4300419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" name="Google Shape;10;p2"/>
          <p:cNvSpPr/>
          <p:nvPr/>
        </p:nvSpPr>
        <p:spPr>
          <a:xfrm>
            <a:off x="-125933" y="3429000"/>
            <a:ext cx="12410800" cy="34520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grpSp>
        <p:nvGrpSpPr>
          <p:cNvPr id="11" name="Google Shape;11;p2"/>
          <p:cNvGrpSpPr/>
          <p:nvPr/>
        </p:nvGrpSpPr>
        <p:grpSpPr>
          <a:xfrm>
            <a:off x="137633" y="3429000"/>
            <a:ext cx="11921200" cy="3308800"/>
            <a:chOff x="103225" y="2571750"/>
            <a:chExt cx="8940900" cy="2481600"/>
          </a:xfrm>
        </p:grpSpPr>
        <p:cxnSp>
          <p:nvCxnSpPr>
            <p:cNvPr id="12" name="Google Shape;12;p2"/>
            <p:cNvCxnSpPr/>
            <p:nvPr/>
          </p:nvCxnSpPr>
          <p:spPr>
            <a:xfrm>
              <a:off x="103225" y="2571750"/>
              <a:ext cx="0" cy="248160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" name="Google Shape;13;p2"/>
            <p:cNvCxnSpPr/>
            <p:nvPr/>
          </p:nvCxnSpPr>
          <p:spPr>
            <a:xfrm>
              <a:off x="9044125" y="2571750"/>
              <a:ext cx="0" cy="248160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" name="Google Shape;14;p2"/>
            <p:cNvCxnSpPr/>
            <p:nvPr/>
          </p:nvCxnSpPr>
          <p:spPr>
            <a:xfrm>
              <a:off x="103225" y="5053350"/>
              <a:ext cx="8940900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5" name="Google Shape;15;p2"/>
          <p:cNvSpPr txBox="1"/>
          <p:nvPr/>
        </p:nvSpPr>
        <p:spPr>
          <a:xfrm>
            <a:off x="6262900" y="1760300"/>
            <a:ext cx="4822400" cy="23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sz="8000">
              <a:latin typeface="Fira Sans Extra Condensed Medium"/>
              <a:ea typeface="Fira Sans Extra Condensed Medium"/>
              <a:cs typeface="Fira Sans Extra Condensed Medium"/>
              <a:sym typeface="Fira Sans Extra Condensed Medium"/>
            </a:endParaRPr>
          </a:p>
        </p:txBody>
      </p:sp>
      <p:sp>
        <p:nvSpPr>
          <p:cNvPr id="16" name="Google Shape;16;p2"/>
          <p:cNvSpPr txBox="1"/>
          <p:nvPr/>
        </p:nvSpPr>
        <p:spPr>
          <a:xfrm>
            <a:off x="7882433" y="3970400"/>
            <a:ext cx="3202800" cy="95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17" name="Google Shape;17;p2"/>
          <p:cNvSpPr txBox="1">
            <a:spLocks noGrp="1"/>
          </p:cNvSpPr>
          <p:nvPr>
            <p:ph type="ctrTitle"/>
          </p:nvPr>
        </p:nvSpPr>
        <p:spPr>
          <a:xfrm>
            <a:off x="2926367" y="1943000"/>
            <a:ext cx="6339200" cy="2972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96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5200"/>
              <a:buNone/>
              <a:defRPr sz="6933">
                <a:solidFill>
                  <a:srgbClr val="434343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5200"/>
              <a:buNone/>
              <a:defRPr sz="6933">
                <a:solidFill>
                  <a:srgbClr val="434343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5200"/>
              <a:buNone/>
              <a:defRPr sz="6933">
                <a:solidFill>
                  <a:srgbClr val="434343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5200"/>
              <a:buNone/>
              <a:defRPr sz="6933">
                <a:solidFill>
                  <a:srgbClr val="434343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5200"/>
              <a:buNone/>
              <a:defRPr sz="6933">
                <a:solidFill>
                  <a:srgbClr val="434343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5200"/>
              <a:buNone/>
              <a:defRPr sz="6933">
                <a:solidFill>
                  <a:srgbClr val="434343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5200"/>
              <a:buNone/>
              <a:defRPr sz="6933">
                <a:solidFill>
                  <a:srgbClr val="434343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5200"/>
              <a:buNone/>
              <a:defRPr sz="6933">
                <a:solidFill>
                  <a:srgbClr val="434343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subTitle" idx="1"/>
          </p:nvPr>
        </p:nvSpPr>
        <p:spPr>
          <a:xfrm>
            <a:off x="3153033" y="4908800"/>
            <a:ext cx="5890400" cy="49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800"/>
              <a:buNone/>
              <a:defRPr sz="3733">
                <a:solidFill>
                  <a:srgbClr val="434343"/>
                </a:solidFill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800"/>
              <a:buNone/>
              <a:defRPr sz="3733">
                <a:solidFill>
                  <a:srgbClr val="434343"/>
                </a:solidFill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800"/>
              <a:buNone/>
              <a:defRPr sz="3733">
                <a:solidFill>
                  <a:srgbClr val="434343"/>
                </a:solidFill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800"/>
              <a:buNone/>
              <a:defRPr sz="3733">
                <a:solidFill>
                  <a:srgbClr val="434343"/>
                </a:solidFill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800"/>
              <a:buNone/>
              <a:defRPr sz="3733">
                <a:solidFill>
                  <a:srgbClr val="434343"/>
                </a:solidFill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800"/>
              <a:buNone/>
              <a:defRPr sz="3733">
                <a:solidFill>
                  <a:srgbClr val="434343"/>
                </a:solidFill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800"/>
              <a:buNone/>
              <a:defRPr sz="3733">
                <a:solidFill>
                  <a:srgbClr val="434343"/>
                </a:solidFill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800"/>
              <a:buNone/>
              <a:defRPr sz="3733">
                <a:solidFill>
                  <a:srgbClr val="434343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95337093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3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1" name="Google Shape;21;p3"/>
          <p:cNvSpPr/>
          <p:nvPr/>
        </p:nvSpPr>
        <p:spPr>
          <a:xfrm>
            <a:off x="4987333" y="2487517"/>
            <a:ext cx="7297600" cy="1515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cxnSp>
        <p:nvCxnSpPr>
          <p:cNvPr id="22" name="Google Shape;22;p3"/>
          <p:cNvCxnSpPr/>
          <p:nvPr/>
        </p:nvCxnSpPr>
        <p:spPr>
          <a:xfrm>
            <a:off x="12056833" y="2503733"/>
            <a:ext cx="3200" cy="148280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3" name="Google Shape;23;p3"/>
          <p:cNvSpPr txBox="1">
            <a:spLocks noGrp="1"/>
          </p:cNvSpPr>
          <p:nvPr>
            <p:ph type="title" hasCustomPrompt="1"/>
          </p:nvPr>
        </p:nvSpPr>
        <p:spPr>
          <a:xfrm>
            <a:off x="2736267" y="2668567"/>
            <a:ext cx="2217600" cy="1247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33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24" name="Google Shape;24;p3"/>
          <p:cNvSpPr txBox="1">
            <a:spLocks noGrp="1"/>
          </p:cNvSpPr>
          <p:nvPr>
            <p:ph type="title" idx="2"/>
          </p:nvPr>
        </p:nvSpPr>
        <p:spPr>
          <a:xfrm>
            <a:off x="5939067" y="2337731"/>
            <a:ext cx="5762000" cy="164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Overpass"/>
              <a:buNone/>
              <a:defRPr sz="12800" b="1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Overpass"/>
              <a:buNone/>
              <a:defRPr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Overpass"/>
              <a:buNone/>
              <a:defRPr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Overpass"/>
              <a:buNone/>
              <a:defRPr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Overpass"/>
              <a:buNone/>
              <a:defRPr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Overpass"/>
              <a:buNone/>
              <a:defRPr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Overpass"/>
              <a:buNone/>
              <a:defRPr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Overpass"/>
              <a:buNone/>
              <a:defRPr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Overpass"/>
              <a:buNone/>
              <a:defRPr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subTitle" idx="1"/>
          </p:nvPr>
        </p:nvSpPr>
        <p:spPr>
          <a:xfrm>
            <a:off x="5957607" y="4175527"/>
            <a:ext cx="5112000" cy="844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0702179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8" name="Google Shape;28;p4"/>
          <p:cNvSpPr txBox="1">
            <a:spLocks noGrp="1"/>
          </p:cNvSpPr>
          <p:nvPr>
            <p:ph type="subTitle" idx="1"/>
          </p:nvPr>
        </p:nvSpPr>
        <p:spPr>
          <a:xfrm>
            <a:off x="828767" y="1637916"/>
            <a:ext cx="10504400" cy="48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9pPr>
          </a:lstStyle>
          <a:p>
            <a:endParaRPr/>
          </a:p>
        </p:txBody>
      </p:sp>
      <p:sp>
        <p:nvSpPr>
          <p:cNvPr id="29" name="Google Shape;29;p4"/>
          <p:cNvSpPr txBox="1">
            <a:spLocks noGrp="1"/>
          </p:cNvSpPr>
          <p:nvPr>
            <p:ph type="title"/>
          </p:nvPr>
        </p:nvSpPr>
        <p:spPr>
          <a:xfrm>
            <a:off x="833733" y="421084"/>
            <a:ext cx="10272000" cy="94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61548977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 and two columns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5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32" name="Google Shape;32;p5"/>
          <p:cNvSpPr/>
          <p:nvPr/>
        </p:nvSpPr>
        <p:spPr>
          <a:xfrm>
            <a:off x="4252763" y="-81933"/>
            <a:ext cx="8222000" cy="7001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33" name="Google Shape;33;p5"/>
          <p:cNvSpPr txBox="1">
            <a:spLocks noGrp="1"/>
          </p:cNvSpPr>
          <p:nvPr>
            <p:ph type="title"/>
          </p:nvPr>
        </p:nvSpPr>
        <p:spPr>
          <a:xfrm>
            <a:off x="311800" y="2392400"/>
            <a:ext cx="3710400" cy="207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5"/>
          <p:cNvSpPr txBox="1">
            <a:spLocks noGrp="1"/>
          </p:cNvSpPr>
          <p:nvPr>
            <p:ph type="subTitle" idx="1"/>
          </p:nvPr>
        </p:nvSpPr>
        <p:spPr>
          <a:xfrm>
            <a:off x="5537704" y="4195735"/>
            <a:ext cx="2450400" cy="4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5" name="Google Shape;35;p5"/>
          <p:cNvSpPr txBox="1">
            <a:spLocks noGrp="1"/>
          </p:cNvSpPr>
          <p:nvPr>
            <p:ph type="subTitle" idx="2"/>
          </p:nvPr>
        </p:nvSpPr>
        <p:spPr>
          <a:xfrm>
            <a:off x="5208504" y="4611148"/>
            <a:ext cx="2779600" cy="148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9pPr>
          </a:lstStyle>
          <a:p>
            <a:endParaRPr/>
          </a:p>
        </p:txBody>
      </p:sp>
      <p:sp>
        <p:nvSpPr>
          <p:cNvPr id="36" name="Google Shape;36;p5"/>
          <p:cNvSpPr txBox="1">
            <a:spLocks noGrp="1"/>
          </p:cNvSpPr>
          <p:nvPr>
            <p:ph type="subTitle" idx="3"/>
          </p:nvPr>
        </p:nvSpPr>
        <p:spPr>
          <a:xfrm>
            <a:off x="8498983" y="773859"/>
            <a:ext cx="2560000" cy="4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7" name="Google Shape;37;p5"/>
          <p:cNvSpPr txBox="1">
            <a:spLocks noGrp="1"/>
          </p:cNvSpPr>
          <p:nvPr>
            <p:ph type="subTitle" idx="4"/>
          </p:nvPr>
        </p:nvSpPr>
        <p:spPr>
          <a:xfrm>
            <a:off x="8498985" y="1177955"/>
            <a:ext cx="2776400" cy="1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42249601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6"/>
          <p:cNvSpPr txBox="1">
            <a:spLocks noGrp="1"/>
          </p:cNvSpPr>
          <p:nvPr>
            <p:ph type="title"/>
          </p:nvPr>
        </p:nvSpPr>
        <p:spPr>
          <a:xfrm>
            <a:off x="8522600" y="2531200"/>
            <a:ext cx="2892400" cy="179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6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157791120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7"/>
          <p:cNvSpPr txBox="1">
            <a:spLocks noGrp="1"/>
          </p:cNvSpPr>
          <p:nvPr>
            <p:ph type="subTitle" idx="1"/>
          </p:nvPr>
        </p:nvSpPr>
        <p:spPr>
          <a:xfrm>
            <a:off x="6485267" y="3026200"/>
            <a:ext cx="4755600" cy="156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title"/>
          </p:nvPr>
        </p:nvSpPr>
        <p:spPr>
          <a:xfrm>
            <a:off x="6485267" y="2262600"/>
            <a:ext cx="511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300"/>
              <a:buNone/>
              <a:defRPr sz="4667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7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364219516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8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47" name="Google Shape;47;p8"/>
          <p:cNvSpPr/>
          <p:nvPr/>
        </p:nvSpPr>
        <p:spPr>
          <a:xfrm>
            <a:off x="-203200" y="3648100"/>
            <a:ext cx="6774400" cy="2851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cxnSp>
        <p:nvCxnSpPr>
          <p:cNvPr id="48" name="Google Shape;48;p8"/>
          <p:cNvCxnSpPr/>
          <p:nvPr/>
        </p:nvCxnSpPr>
        <p:spPr>
          <a:xfrm>
            <a:off x="135700" y="3648100"/>
            <a:ext cx="0" cy="285520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9" name="Google Shape;49;p8"/>
          <p:cNvSpPr txBox="1">
            <a:spLocks noGrp="1"/>
          </p:cNvSpPr>
          <p:nvPr>
            <p:ph type="subTitle" idx="1"/>
          </p:nvPr>
        </p:nvSpPr>
        <p:spPr>
          <a:xfrm>
            <a:off x="3386767" y="5570700"/>
            <a:ext cx="2790800" cy="652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9pPr>
          </a:lstStyle>
          <a:p>
            <a:endParaRPr/>
          </a:p>
        </p:txBody>
      </p:sp>
      <p:sp>
        <p:nvSpPr>
          <p:cNvPr id="50" name="Google Shape;50;p8"/>
          <p:cNvSpPr txBox="1">
            <a:spLocks noGrp="1"/>
          </p:cNvSpPr>
          <p:nvPr>
            <p:ph type="subTitle" idx="2"/>
          </p:nvPr>
        </p:nvSpPr>
        <p:spPr>
          <a:xfrm>
            <a:off x="950967" y="3978932"/>
            <a:ext cx="5144800" cy="162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33" b="1">
                <a:solidFill>
                  <a:schemeClr val="lt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33" b="1">
                <a:solidFill>
                  <a:schemeClr val="lt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33" b="1">
                <a:solidFill>
                  <a:schemeClr val="lt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33" b="1">
                <a:solidFill>
                  <a:schemeClr val="lt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33" b="1">
                <a:solidFill>
                  <a:schemeClr val="lt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33" b="1">
                <a:solidFill>
                  <a:schemeClr val="lt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33" b="1">
                <a:solidFill>
                  <a:schemeClr val="lt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33" b="1">
                <a:solidFill>
                  <a:schemeClr val="lt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33" b="1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53288954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9"/>
          <p:cNvSpPr/>
          <p:nvPr/>
        </p:nvSpPr>
        <p:spPr>
          <a:xfrm>
            <a:off x="-117633" y="1120600"/>
            <a:ext cx="5597600" cy="1515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cxnSp>
        <p:nvCxnSpPr>
          <p:cNvPr id="53" name="Google Shape;53;p9"/>
          <p:cNvCxnSpPr/>
          <p:nvPr/>
        </p:nvCxnSpPr>
        <p:spPr>
          <a:xfrm>
            <a:off x="138400" y="1121100"/>
            <a:ext cx="0" cy="15156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4" name="Google Shape;54;p9"/>
          <p:cNvSpPr txBox="1">
            <a:spLocks noGrp="1"/>
          </p:cNvSpPr>
          <p:nvPr>
            <p:ph type="subTitle" idx="1"/>
          </p:nvPr>
        </p:nvSpPr>
        <p:spPr>
          <a:xfrm>
            <a:off x="6096000" y="1066600"/>
            <a:ext cx="4755600" cy="156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9pPr>
          </a:lstStyle>
          <a:p>
            <a:endParaRPr/>
          </a:p>
        </p:txBody>
      </p:sp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950967" y="1389241"/>
            <a:ext cx="511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300"/>
              <a:buNone/>
              <a:defRPr sz="4667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210240072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0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59" name="Google Shape;59;p10"/>
          <p:cNvSpPr txBox="1">
            <a:spLocks noGrp="1"/>
          </p:cNvSpPr>
          <p:nvPr>
            <p:ph type="body" idx="1"/>
          </p:nvPr>
        </p:nvSpPr>
        <p:spPr>
          <a:xfrm>
            <a:off x="3047923" y="421785"/>
            <a:ext cx="6630400" cy="203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609585" lvl="0" indent="-30479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6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87251345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bg>
      <p:bgPr>
        <a:solidFill>
          <a:schemeClr val="dk1"/>
        </a:solidFill>
        <a:effectLst/>
      </p:bgPr>
    </p:bg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1"/>
          <p:cNvSpPr/>
          <p:nvPr/>
        </p:nvSpPr>
        <p:spPr>
          <a:xfrm>
            <a:off x="-154833" y="3415700"/>
            <a:ext cx="12374800" cy="1892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62" name="Google Shape;62;p11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63" name="Google Shape;63;p11"/>
          <p:cNvSpPr txBox="1">
            <a:spLocks noGrp="1"/>
          </p:cNvSpPr>
          <p:nvPr>
            <p:ph type="title" hasCustomPrompt="1"/>
          </p:nvPr>
        </p:nvSpPr>
        <p:spPr>
          <a:xfrm>
            <a:off x="2749051" y="965167"/>
            <a:ext cx="6692000" cy="247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26666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60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60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60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60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60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60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60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4" name="Google Shape;64;p11"/>
          <p:cNvSpPr txBox="1">
            <a:spLocks noGrp="1"/>
          </p:cNvSpPr>
          <p:nvPr>
            <p:ph type="title" idx="2"/>
          </p:nvPr>
        </p:nvSpPr>
        <p:spPr>
          <a:xfrm>
            <a:off x="3314073" y="3828633"/>
            <a:ext cx="5556800" cy="109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20423962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97157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Table of contents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7" name="Google Shape;67;p13"/>
          <p:cNvCxnSpPr/>
          <p:nvPr/>
        </p:nvCxnSpPr>
        <p:spPr>
          <a:xfrm>
            <a:off x="143967" y="2768067"/>
            <a:ext cx="0" cy="13480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8" name="Google Shape;68;p13"/>
          <p:cNvCxnSpPr/>
          <p:nvPr/>
        </p:nvCxnSpPr>
        <p:spPr>
          <a:xfrm>
            <a:off x="12053832" y="2768067"/>
            <a:ext cx="0" cy="13480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9" name="Google Shape;69;p13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0" name="Google Shape;70;p13"/>
          <p:cNvSpPr txBox="1">
            <a:spLocks noGrp="1"/>
          </p:cNvSpPr>
          <p:nvPr>
            <p:ph type="title"/>
          </p:nvPr>
        </p:nvSpPr>
        <p:spPr>
          <a:xfrm>
            <a:off x="833700" y="499591"/>
            <a:ext cx="5136000" cy="96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3"/>
          <p:cNvSpPr txBox="1">
            <a:spLocks noGrp="1"/>
          </p:cNvSpPr>
          <p:nvPr>
            <p:ph type="title" idx="2" hasCustomPrompt="1"/>
          </p:nvPr>
        </p:nvSpPr>
        <p:spPr>
          <a:xfrm>
            <a:off x="2723987" y="1806584"/>
            <a:ext cx="1288000" cy="63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4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r>
              <a:t>xx%</a:t>
            </a:r>
          </a:p>
        </p:txBody>
      </p:sp>
      <p:sp>
        <p:nvSpPr>
          <p:cNvPr id="72" name="Google Shape;72;p13"/>
          <p:cNvSpPr txBox="1">
            <a:spLocks noGrp="1"/>
          </p:cNvSpPr>
          <p:nvPr>
            <p:ph type="subTitle" idx="1"/>
          </p:nvPr>
        </p:nvSpPr>
        <p:spPr>
          <a:xfrm>
            <a:off x="2118387" y="2555500"/>
            <a:ext cx="2499200" cy="37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73" name="Google Shape;73;p13"/>
          <p:cNvSpPr txBox="1">
            <a:spLocks noGrp="1"/>
          </p:cNvSpPr>
          <p:nvPr>
            <p:ph type="subTitle" idx="3"/>
          </p:nvPr>
        </p:nvSpPr>
        <p:spPr>
          <a:xfrm>
            <a:off x="1953387" y="2927787"/>
            <a:ext cx="2829200" cy="63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9pPr>
          </a:lstStyle>
          <a:p>
            <a:endParaRPr/>
          </a:p>
        </p:txBody>
      </p:sp>
      <p:sp>
        <p:nvSpPr>
          <p:cNvPr id="74" name="Google Shape;74;p13"/>
          <p:cNvSpPr txBox="1">
            <a:spLocks noGrp="1"/>
          </p:cNvSpPr>
          <p:nvPr>
            <p:ph type="title" idx="4" hasCustomPrompt="1"/>
          </p:nvPr>
        </p:nvSpPr>
        <p:spPr>
          <a:xfrm>
            <a:off x="6056300" y="1806584"/>
            <a:ext cx="1288000" cy="63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4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r>
              <a:t>xx%</a:t>
            </a:r>
          </a:p>
        </p:txBody>
      </p:sp>
      <p:sp>
        <p:nvSpPr>
          <p:cNvPr id="75" name="Google Shape;75;p13"/>
          <p:cNvSpPr txBox="1">
            <a:spLocks noGrp="1"/>
          </p:cNvSpPr>
          <p:nvPr>
            <p:ph type="subTitle" idx="5"/>
          </p:nvPr>
        </p:nvSpPr>
        <p:spPr>
          <a:xfrm>
            <a:off x="5450700" y="2544936"/>
            <a:ext cx="2499200" cy="38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76" name="Google Shape;76;p13"/>
          <p:cNvSpPr txBox="1">
            <a:spLocks noGrp="1"/>
          </p:cNvSpPr>
          <p:nvPr>
            <p:ph type="subTitle" idx="6"/>
          </p:nvPr>
        </p:nvSpPr>
        <p:spPr>
          <a:xfrm>
            <a:off x="5137300" y="2927787"/>
            <a:ext cx="3126000" cy="634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9pPr>
          </a:lstStyle>
          <a:p>
            <a:endParaRPr/>
          </a:p>
        </p:txBody>
      </p:sp>
      <p:sp>
        <p:nvSpPr>
          <p:cNvPr id="77" name="Google Shape;77;p13"/>
          <p:cNvSpPr txBox="1">
            <a:spLocks noGrp="1"/>
          </p:cNvSpPr>
          <p:nvPr>
            <p:ph type="title" idx="7" hasCustomPrompt="1"/>
          </p:nvPr>
        </p:nvSpPr>
        <p:spPr>
          <a:xfrm>
            <a:off x="9325741" y="1806584"/>
            <a:ext cx="1288000" cy="63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4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r>
              <a:t>xx%</a:t>
            </a:r>
          </a:p>
        </p:txBody>
      </p:sp>
      <p:sp>
        <p:nvSpPr>
          <p:cNvPr id="78" name="Google Shape;78;p13"/>
          <p:cNvSpPr txBox="1">
            <a:spLocks noGrp="1"/>
          </p:cNvSpPr>
          <p:nvPr>
            <p:ph type="subTitle" idx="8"/>
          </p:nvPr>
        </p:nvSpPr>
        <p:spPr>
          <a:xfrm>
            <a:off x="8721941" y="2544924"/>
            <a:ext cx="2495600" cy="38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79" name="Google Shape;79;p13"/>
          <p:cNvSpPr txBox="1">
            <a:spLocks noGrp="1"/>
          </p:cNvSpPr>
          <p:nvPr>
            <p:ph type="subTitle" idx="9"/>
          </p:nvPr>
        </p:nvSpPr>
        <p:spPr>
          <a:xfrm>
            <a:off x="8458341" y="2927787"/>
            <a:ext cx="3022800" cy="63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9pPr>
          </a:lstStyle>
          <a:p>
            <a:endParaRPr/>
          </a:p>
        </p:txBody>
      </p:sp>
      <p:sp>
        <p:nvSpPr>
          <p:cNvPr id="80" name="Google Shape;80;p13"/>
          <p:cNvSpPr txBox="1">
            <a:spLocks noGrp="1"/>
          </p:cNvSpPr>
          <p:nvPr>
            <p:ph type="title" idx="13" hasCustomPrompt="1"/>
          </p:nvPr>
        </p:nvSpPr>
        <p:spPr>
          <a:xfrm>
            <a:off x="2723987" y="4321769"/>
            <a:ext cx="1288000" cy="634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4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r>
              <a:t>xx%</a:t>
            </a:r>
          </a:p>
        </p:txBody>
      </p:sp>
      <p:sp>
        <p:nvSpPr>
          <p:cNvPr id="81" name="Google Shape;81;p13"/>
          <p:cNvSpPr txBox="1">
            <a:spLocks noGrp="1"/>
          </p:cNvSpPr>
          <p:nvPr>
            <p:ph type="subTitle" idx="14"/>
          </p:nvPr>
        </p:nvSpPr>
        <p:spPr>
          <a:xfrm>
            <a:off x="2118387" y="5107900"/>
            <a:ext cx="2499200" cy="378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82" name="Google Shape;82;p13"/>
          <p:cNvSpPr txBox="1">
            <a:spLocks noGrp="1"/>
          </p:cNvSpPr>
          <p:nvPr>
            <p:ph type="subTitle" idx="15"/>
          </p:nvPr>
        </p:nvSpPr>
        <p:spPr>
          <a:xfrm>
            <a:off x="1953387" y="5453099"/>
            <a:ext cx="2829200" cy="634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9pPr>
          </a:lstStyle>
          <a:p>
            <a:endParaRPr/>
          </a:p>
        </p:txBody>
      </p:sp>
      <p:sp>
        <p:nvSpPr>
          <p:cNvPr id="83" name="Google Shape;83;p13"/>
          <p:cNvSpPr txBox="1">
            <a:spLocks noGrp="1"/>
          </p:cNvSpPr>
          <p:nvPr>
            <p:ph type="title" idx="16" hasCustomPrompt="1"/>
          </p:nvPr>
        </p:nvSpPr>
        <p:spPr>
          <a:xfrm>
            <a:off x="6056300" y="4321769"/>
            <a:ext cx="1288000" cy="634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4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r>
              <a:t>xx%</a:t>
            </a:r>
          </a:p>
        </p:txBody>
      </p:sp>
      <p:sp>
        <p:nvSpPr>
          <p:cNvPr id="84" name="Google Shape;84;p13"/>
          <p:cNvSpPr txBox="1">
            <a:spLocks noGrp="1"/>
          </p:cNvSpPr>
          <p:nvPr>
            <p:ph type="subTitle" idx="17"/>
          </p:nvPr>
        </p:nvSpPr>
        <p:spPr>
          <a:xfrm>
            <a:off x="5452500" y="5107900"/>
            <a:ext cx="2495600" cy="378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85" name="Google Shape;85;p13"/>
          <p:cNvSpPr txBox="1">
            <a:spLocks noGrp="1"/>
          </p:cNvSpPr>
          <p:nvPr>
            <p:ph type="subTitle" idx="18"/>
          </p:nvPr>
        </p:nvSpPr>
        <p:spPr>
          <a:xfrm>
            <a:off x="5226100" y="5455169"/>
            <a:ext cx="2948400" cy="634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9pPr>
          </a:lstStyle>
          <a:p>
            <a:endParaRPr/>
          </a:p>
        </p:txBody>
      </p:sp>
      <p:sp>
        <p:nvSpPr>
          <p:cNvPr id="86" name="Google Shape;86;p13"/>
          <p:cNvSpPr txBox="1">
            <a:spLocks noGrp="1"/>
          </p:cNvSpPr>
          <p:nvPr>
            <p:ph type="title" idx="19" hasCustomPrompt="1"/>
          </p:nvPr>
        </p:nvSpPr>
        <p:spPr>
          <a:xfrm>
            <a:off x="9325741" y="4321769"/>
            <a:ext cx="1288000" cy="634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4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r>
              <a:t>xx%</a:t>
            </a:r>
          </a:p>
        </p:txBody>
      </p:sp>
      <p:sp>
        <p:nvSpPr>
          <p:cNvPr id="87" name="Google Shape;87;p13"/>
          <p:cNvSpPr txBox="1">
            <a:spLocks noGrp="1"/>
          </p:cNvSpPr>
          <p:nvPr>
            <p:ph type="subTitle" idx="20"/>
          </p:nvPr>
        </p:nvSpPr>
        <p:spPr>
          <a:xfrm>
            <a:off x="8721941" y="5107900"/>
            <a:ext cx="2495600" cy="378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88" name="Google Shape;88;p13"/>
          <p:cNvSpPr txBox="1">
            <a:spLocks noGrp="1"/>
          </p:cNvSpPr>
          <p:nvPr>
            <p:ph type="subTitle" idx="21"/>
          </p:nvPr>
        </p:nvSpPr>
        <p:spPr>
          <a:xfrm>
            <a:off x="8495541" y="5455169"/>
            <a:ext cx="2948400" cy="634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32628729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 1">
  <p:cSld name="Title and four columns 1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4"/>
          <p:cNvSpPr/>
          <p:nvPr/>
        </p:nvSpPr>
        <p:spPr>
          <a:xfrm>
            <a:off x="200" y="2765395"/>
            <a:ext cx="12192000" cy="1349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cxnSp>
        <p:nvCxnSpPr>
          <p:cNvPr id="91" name="Google Shape;91;p14"/>
          <p:cNvCxnSpPr/>
          <p:nvPr/>
        </p:nvCxnSpPr>
        <p:spPr>
          <a:xfrm>
            <a:off x="143967" y="2768067"/>
            <a:ext cx="0" cy="13480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2" name="Google Shape;92;p14"/>
          <p:cNvCxnSpPr/>
          <p:nvPr/>
        </p:nvCxnSpPr>
        <p:spPr>
          <a:xfrm>
            <a:off x="12053832" y="2768067"/>
            <a:ext cx="0" cy="13480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3" name="Google Shape;93;p14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94" name="Google Shape;94;p14"/>
          <p:cNvSpPr txBox="1">
            <a:spLocks noGrp="1"/>
          </p:cNvSpPr>
          <p:nvPr>
            <p:ph type="title"/>
          </p:nvPr>
        </p:nvSpPr>
        <p:spPr>
          <a:xfrm>
            <a:off x="3528000" y="2953135"/>
            <a:ext cx="5136000" cy="96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300"/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95" name="Google Shape;95;p14"/>
          <p:cNvSpPr txBox="1">
            <a:spLocks noGrp="1"/>
          </p:cNvSpPr>
          <p:nvPr>
            <p:ph type="title" idx="2" hasCustomPrompt="1"/>
          </p:nvPr>
        </p:nvSpPr>
        <p:spPr>
          <a:xfrm>
            <a:off x="2906077" y="788188"/>
            <a:ext cx="3121200" cy="63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r>
              <a:t>xx%</a:t>
            </a:r>
          </a:p>
        </p:txBody>
      </p:sp>
      <p:sp>
        <p:nvSpPr>
          <p:cNvPr id="96" name="Google Shape;96;p14"/>
          <p:cNvSpPr txBox="1">
            <a:spLocks noGrp="1"/>
          </p:cNvSpPr>
          <p:nvPr>
            <p:ph type="subTitle" idx="1"/>
          </p:nvPr>
        </p:nvSpPr>
        <p:spPr>
          <a:xfrm>
            <a:off x="2906077" y="1580135"/>
            <a:ext cx="3121200" cy="37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97" name="Google Shape;97;p14"/>
          <p:cNvSpPr txBox="1">
            <a:spLocks noGrp="1"/>
          </p:cNvSpPr>
          <p:nvPr>
            <p:ph type="subTitle" idx="3"/>
          </p:nvPr>
        </p:nvSpPr>
        <p:spPr>
          <a:xfrm>
            <a:off x="2906077" y="1973937"/>
            <a:ext cx="3121200" cy="63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9pPr>
          </a:lstStyle>
          <a:p>
            <a:endParaRPr/>
          </a:p>
        </p:txBody>
      </p:sp>
      <p:sp>
        <p:nvSpPr>
          <p:cNvPr id="98" name="Google Shape;98;p14"/>
          <p:cNvSpPr txBox="1">
            <a:spLocks noGrp="1"/>
          </p:cNvSpPr>
          <p:nvPr>
            <p:ph type="title" idx="4" hasCustomPrompt="1"/>
          </p:nvPr>
        </p:nvSpPr>
        <p:spPr>
          <a:xfrm>
            <a:off x="6164192" y="788188"/>
            <a:ext cx="3121200" cy="63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r>
              <a:t>xx%</a:t>
            </a:r>
          </a:p>
        </p:txBody>
      </p:sp>
      <p:sp>
        <p:nvSpPr>
          <p:cNvPr id="99" name="Google Shape;99;p14"/>
          <p:cNvSpPr txBox="1">
            <a:spLocks noGrp="1"/>
          </p:cNvSpPr>
          <p:nvPr>
            <p:ph type="subTitle" idx="5"/>
          </p:nvPr>
        </p:nvSpPr>
        <p:spPr>
          <a:xfrm>
            <a:off x="6164192" y="1569571"/>
            <a:ext cx="3121200" cy="38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00" name="Google Shape;100;p14"/>
          <p:cNvSpPr txBox="1">
            <a:spLocks noGrp="1"/>
          </p:cNvSpPr>
          <p:nvPr>
            <p:ph type="subTitle" idx="6"/>
          </p:nvPr>
        </p:nvSpPr>
        <p:spPr>
          <a:xfrm>
            <a:off x="6161792" y="1973937"/>
            <a:ext cx="3126000" cy="634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01" name="Google Shape;101;p14"/>
          <p:cNvSpPr txBox="1">
            <a:spLocks noGrp="1"/>
          </p:cNvSpPr>
          <p:nvPr>
            <p:ph type="title" idx="7" hasCustomPrompt="1"/>
          </p:nvPr>
        </p:nvSpPr>
        <p:spPr>
          <a:xfrm>
            <a:off x="2906077" y="4321769"/>
            <a:ext cx="3121200" cy="634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r>
              <a:t>xx%</a:t>
            </a:r>
          </a:p>
        </p:txBody>
      </p:sp>
      <p:sp>
        <p:nvSpPr>
          <p:cNvPr id="102" name="Google Shape;102;p14"/>
          <p:cNvSpPr txBox="1">
            <a:spLocks noGrp="1"/>
          </p:cNvSpPr>
          <p:nvPr>
            <p:ph type="subTitle" idx="8"/>
          </p:nvPr>
        </p:nvSpPr>
        <p:spPr>
          <a:xfrm>
            <a:off x="2906077" y="5131208"/>
            <a:ext cx="3121200" cy="378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03" name="Google Shape;103;p14"/>
          <p:cNvSpPr txBox="1">
            <a:spLocks noGrp="1"/>
          </p:cNvSpPr>
          <p:nvPr>
            <p:ph type="subTitle" idx="9"/>
          </p:nvPr>
        </p:nvSpPr>
        <p:spPr>
          <a:xfrm>
            <a:off x="2906077" y="5510473"/>
            <a:ext cx="3121200" cy="634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9pPr>
          </a:lstStyle>
          <a:p>
            <a:endParaRPr/>
          </a:p>
        </p:txBody>
      </p:sp>
      <p:sp>
        <p:nvSpPr>
          <p:cNvPr id="104" name="Google Shape;104;p14"/>
          <p:cNvSpPr txBox="1">
            <a:spLocks noGrp="1"/>
          </p:cNvSpPr>
          <p:nvPr>
            <p:ph type="title" idx="13" hasCustomPrompt="1"/>
          </p:nvPr>
        </p:nvSpPr>
        <p:spPr>
          <a:xfrm>
            <a:off x="6164192" y="4321769"/>
            <a:ext cx="3121200" cy="634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r>
              <a:t>xx%</a:t>
            </a:r>
          </a:p>
        </p:txBody>
      </p:sp>
      <p:sp>
        <p:nvSpPr>
          <p:cNvPr id="105" name="Google Shape;105;p14"/>
          <p:cNvSpPr txBox="1">
            <a:spLocks noGrp="1"/>
          </p:cNvSpPr>
          <p:nvPr>
            <p:ph type="subTitle" idx="14"/>
          </p:nvPr>
        </p:nvSpPr>
        <p:spPr>
          <a:xfrm>
            <a:off x="6164192" y="5131208"/>
            <a:ext cx="3121200" cy="378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06" name="Google Shape;106;p14"/>
          <p:cNvSpPr txBox="1">
            <a:spLocks noGrp="1"/>
          </p:cNvSpPr>
          <p:nvPr>
            <p:ph type="subTitle" idx="15"/>
          </p:nvPr>
        </p:nvSpPr>
        <p:spPr>
          <a:xfrm>
            <a:off x="6164192" y="5510473"/>
            <a:ext cx="3121200" cy="634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15813769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1">
  <p:cSld name="Section header 1"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/>
          <p:nvPr/>
        </p:nvSpPr>
        <p:spPr>
          <a:xfrm>
            <a:off x="7874500" y="1165433"/>
            <a:ext cx="4367600" cy="1515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9" name="Google Shape;109;p15"/>
          <p:cNvSpPr/>
          <p:nvPr/>
        </p:nvSpPr>
        <p:spPr>
          <a:xfrm>
            <a:off x="-96900" y="2670533"/>
            <a:ext cx="5597600" cy="1515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10" name="Google Shape;110;p15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11" name="Google Shape;111;p15"/>
          <p:cNvSpPr txBox="1">
            <a:spLocks noGrp="1"/>
          </p:cNvSpPr>
          <p:nvPr>
            <p:ph type="title" hasCustomPrompt="1"/>
          </p:nvPr>
        </p:nvSpPr>
        <p:spPr>
          <a:xfrm>
            <a:off x="5939067" y="1281817"/>
            <a:ext cx="2217600" cy="1247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0"/>
              <a:buNone/>
              <a:defRPr sz="133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112" name="Google Shape;112;p15"/>
          <p:cNvSpPr txBox="1">
            <a:spLocks noGrp="1"/>
          </p:cNvSpPr>
          <p:nvPr>
            <p:ph type="title" idx="2"/>
          </p:nvPr>
        </p:nvSpPr>
        <p:spPr>
          <a:xfrm>
            <a:off x="5939067" y="2606616"/>
            <a:ext cx="5762000" cy="164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Overpass"/>
              <a:buNone/>
              <a:defRPr sz="12800" b="1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Overpass"/>
              <a:buNone/>
              <a:defRPr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Overpass"/>
              <a:buNone/>
              <a:defRPr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Overpass"/>
              <a:buNone/>
              <a:defRPr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Overpass"/>
              <a:buNone/>
              <a:defRPr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Overpass"/>
              <a:buNone/>
              <a:defRPr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Overpass"/>
              <a:buNone/>
              <a:defRPr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Overpass"/>
              <a:buNone/>
              <a:defRPr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Overpass"/>
              <a:buNone/>
              <a:defRPr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9pPr>
          </a:lstStyle>
          <a:p>
            <a:endParaRPr/>
          </a:p>
        </p:txBody>
      </p:sp>
      <p:sp>
        <p:nvSpPr>
          <p:cNvPr id="113" name="Google Shape;113;p15"/>
          <p:cNvSpPr txBox="1">
            <a:spLocks noGrp="1"/>
          </p:cNvSpPr>
          <p:nvPr>
            <p:ph type="subTitle" idx="1"/>
          </p:nvPr>
        </p:nvSpPr>
        <p:spPr>
          <a:xfrm>
            <a:off x="5939067" y="4211385"/>
            <a:ext cx="5112000" cy="844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cxnSp>
        <p:nvCxnSpPr>
          <p:cNvPr id="114" name="Google Shape;114;p15"/>
          <p:cNvCxnSpPr/>
          <p:nvPr/>
        </p:nvCxnSpPr>
        <p:spPr>
          <a:xfrm>
            <a:off x="12056833" y="1176483"/>
            <a:ext cx="3200" cy="148280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5" name="Google Shape;115;p15"/>
          <p:cNvCxnSpPr/>
          <p:nvPr/>
        </p:nvCxnSpPr>
        <p:spPr>
          <a:xfrm>
            <a:off x="135713" y="2686733"/>
            <a:ext cx="3200" cy="148280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309733853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2">
  <p:cSld name="Section header 2">
    <p:bg>
      <p:bgPr>
        <a:solidFill>
          <a:schemeClr val="dk1"/>
        </a:solidFill>
        <a:effectLst/>
      </p:bgPr>
    </p:bg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6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18" name="Google Shape;118;p16"/>
          <p:cNvSpPr txBox="1">
            <a:spLocks noGrp="1"/>
          </p:cNvSpPr>
          <p:nvPr>
            <p:ph type="title" hasCustomPrompt="1"/>
          </p:nvPr>
        </p:nvSpPr>
        <p:spPr>
          <a:xfrm>
            <a:off x="1423740" y="2689328"/>
            <a:ext cx="2217600" cy="1247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3333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119" name="Google Shape;119;p16"/>
          <p:cNvSpPr txBox="1">
            <a:spLocks noGrp="1"/>
          </p:cNvSpPr>
          <p:nvPr>
            <p:ph type="title" idx="2"/>
          </p:nvPr>
        </p:nvSpPr>
        <p:spPr>
          <a:xfrm>
            <a:off x="3606640" y="2249972"/>
            <a:ext cx="5762000" cy="164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Overpass"/>
              <a:buNone/>
              <a:defRPr sz="12800" b="1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Overpass"/>
              <a:buNone/>
              <a:defRPr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Overpass"/>
              <a:buNone/>
              <a:defRPr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Overpass"/>
              <a:buNone/>
              <a:defRPr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Overpass"/>
              <a:buNone/>
              <a:defRPr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Overpass"/>
              <a:buNone/>
              <a:defRPr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Overpass"/>
              <a:buNone/>
              <a:defRPr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Overpass"/>
              <a:buNone/>
              <a:defRPr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Overpass"/>
              <a:buNone/>
              <a:defRPr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9pPr>
          </a:lstStyle>
          <a:p>
            <a:endParaRPr/>
          </a:p>
        </p:txBody>
      </p:sp>
      <p:sp>
        <p:nvSpPr>
          <p:cNvPr id="120" name="Google Shape;120;p16"/>
          <p:cNvSpPr txBox="1">
            <a:spLocks noGrp="1"/>
          </p:cNvSpPr>
          <p:nvPr>
            <p:ph type="subTitle" idx="1"/>
          </p:nvPr>
        </p:nvSpPr>
        <p:spPr>
          <a:xfrm>
            <a:off x="7987395" y="2689333"/>
            <a:ext cx="2582000" cy="1472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750640041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Title only 1">
    <p:bg>
      <p:bgPr>
        <a:solidFill>
          <a:schemeClr val="dk1"/>
        </a:solidFill>
        <a:effectLst/>
      </p:bgPr>
    </p:bg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17"/>
          <p:cNvSpPr txBox="1">
            <a:spLocks noGrp="1"/>
          </p:cNvSpPr>
          <p:nvPr>
            <p:ph type="title"/>
          </p:nvPr>
        </p:nvSpPr>
        <p:spPr>
          <a:xfrm>
            <a:off x="8360800" y="2531200"/>
            <a:ext cx="2892400" cy="179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23" name="Google Shape;123;p17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107619029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2">
  <p:cSld name="Title only 2">
    <p:bg>
      <p:bgPr>
        <a:solidFill>
          <a:schemeClr val="dk1"/>
        </a:solidFill>
        <a:effectLst/>
      </p:bgPr>
    </p:bg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18"/>
          <p:cNvSpPr txBox="1">
            <a:spLocks noGrp="1"/>
          </p:cNvSpPr>
          <p:nvPr>
            <p:ph type="title"/>
          </p:nvPr>
        </p:nvSpPr>
        <p:spPr>
          <a:xfrm>
            <a:off x="950967" y="525580"/>
            <a:ext cx="2892400" cy="179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300"/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26" name="Google Shape;126;p18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69985647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 1">
  <p:cSld name="Big number 1">
    <p:bg>
      <p:bgPr>
        <a:solidFill>
          <a:schemeClr val="dk1"/>
        </a:solidFill>
        <a:effectLst/>
      </p:bgPr>
    </p:bg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9"/>
          <p:cNvSpPr/>
          <p:nvPr/>
        </p:nvSpPr>
        <p:spPr>
          <a:xfrm>
            <a:off x="6103933" y="1529367"/>
            <a:ext cx="6116000" cy="3778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29" name="Google Shape;129;p19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30" name="Google Shape;130;p19"/>
          <p:cNvSpPr txBox="1">
            <a:spLocks noGrp="1"/>
          </p:cNvSpPr>
          <p:nvPr>
            <p:ph type="title" hasCustomPrompt="1"/>
          </p:nvPr>
        </p:nvSpPr>
        <p:spPr>
          <a:xfrm>
            <a:off x="777975" y="2165667"/>
            <a:ext cx="5145200" cy="247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26666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31" name="Google Shape;131;p19"/>
          <p:cNvSpPr txBox="1">
            <a:spLocks noGrp="1"/>
          </p:cNvSpPr>
          <p:nvPr>
            <p:ph type="title" idx="2"/>
          </p:nvPr>
        </p:nvSpPr>
        <p:spPr>
          <a:xfrm>
            <a:off x="6725767" y="1916933"/>
            <a:ext cx="3980000" cy="296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300"/>
              <a:buNone/>
              <a:defRPr sz="76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603110570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Quote"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0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34" name="Google Shape;134;p20"/>
          <p:cNvSpPr txBox="1">
            <a:spLocks noGrp="1"/>
          </p:cNvSpPr>
          <p:nvPr>
            <p:ph type="subTitle" idx="1"/>
          </p:nvPr>
        </p:nvSpPr>
        <p:spPr>
          <a:xfrm>
            <a:off x="6298667" y="3916187"/>
            <a:ext cx="2790800" cy="652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9pPr>
          </a:lstStyle>
          <a:p>
            <a:endParaRPr/>
          </a:p>
        </p:txBody>
      </p:sp>
      <p:sp>
        <p:nvSpPr>
          <p:cNvPr id="135" name="Google Shape;135;p20"/>
          <p:cNvSpPr txBox="1">
            <a:spLocks noGrp="1"/>
          </p:cNvSpPr>
          <p:nvPr>
            <p:ph type="subTitle" idx="2"/>
          </p:nvPr>
        </p:nvSpPr>
        <p:spPr>
          <a:xfrm>
            <a:off x="6298667" y="2269351"/>
            <a:ext cx="4954400" cy="162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33" b="1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33" b="1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33" b="1"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33" b="1"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33" b="1"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33" b="1"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33" b="1"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33" b="1"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33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68642680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1">
  <p:cSld name="Title and two columns 1"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1"/>
          <p:cNvSpPr/>
          <p:nvPr/>
        </p:nvSpPr>
        <p:spPr>
          <a:xfrm>
            <a:off x="4240800" y="-75500"/>
            <a:ext cx="3710400" cy="7001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38" name="Google Shape;138;p21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39" name="Google Shape;139;p21"/>
          <p:cNvSpPr txBox="1">
            <a:spLocks noGrp="1"/>
          </p:cNvSpPr>
          <p:nvPr>
            <p:ph type="title"/>
          </p:nvPr>
        </p:nvSpPr>
        <p:spPr>
          <a:xfrm>
            <a:off x="4240800" y="393053"/>
            <a:ext cx="3710400" cy="207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300"/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40" name="Google Shape;140;p21"/>
          <p:cNvSpPr txBox="1">
            <a:spLocks noGrp="1"/>
          </p:cNvSpPr>
          <p:nvPr>
            <p:ph type="subTitle" idx="1"/>
          </p:nvPr>
        </p:nvSpPr>
        <p:spPr>
          <a:xfrm>
            <a:off x="1260539" y="3796301"/>
            <a:ext cx="2450400" cy="4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41" name="Google Shape;141;p21"/>
          <p:cNvSpPr txBox="1">
            <a:spLocks noGrp="1"/>
          </p:cNvSpPr>
          <p:nvPr>
            <p:ph type="subTitle" idx="2"/>
          </p:nvPr>
        </p:nvSpPr>
        <p:spPr>
          <a:xfrm>
            <a:off x="931339" y="4211715"/>
            <a:ext cx="2779600" cy="148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9pPr>
          </a:lstStyle>
          <a:p>
            <a:endParaRPr/>
          </a:p>
        </p:txBody>
      </p:sp>
      <p:sp>
        <p:nvSpPr>
          <p:cNvPr id="142" name="Google Shape;142;p21"/>
          <p:cNvSpPr txBox="1">
            <a:spLocks noGrp="1"/>
          </p:cNvSpPr>
          <p:nvPr>
            <p:ph type="subTitle" idx="3"/>
          </p:nvPr>
        </p:nvSpPr>
        <p:spPr>
          <a:xfrm>
            <a:off x="8420456" y="3796292"/>
            <a:ext cx="2560000" cy="4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43" name="Google Shape;143;p21"/>
          <p:cNvSpPr txBox="1">
            <a:spLocks noGrp="1"/>
          </p:cNvSpPr>
          <p:nvPr>
            <p:ph type="subTitle" idx="4"/>
          </p:nvPr>
        </p:nvSpPr>
        <p:spPr>
          <a:xfrm>
            <a:off x="8420456" y="4200388"/>
            <a:ext cx="2776400" cy="1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967925796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1">
  <p:cSld name="Title and body 1"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2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46" name="Google Shape;146;p22"/>
          <p:cNvSpPr txBox="1">
            <a:spLocks noGrp="1"/>
          </p:cNvSpPr>
          <p:nvPr>
            <p:ph type="subTitle" idx="1"/>
          </p:nvPr>
        </p:nvSpPr>
        <p:spPr>
          <a:xfrm>
            <a:off x="833733" y="1623633"/>
            <a:ext cx="5189600" cy="452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R="67732"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1pPr>
            <a:lvl2pPr marR="67732"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2pPr>
            <a:lvl3pPr marR="67732"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3pPr>
            <a:lvl4pPr marR="67732"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4pPr>
            <a:lvl5pPr marR="67732"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5pPr>
            <a:lvl6pPr marR="67732"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6pPr>
            <a:lvl7pPr marR="67732"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7pPr>
            <a:lvl8pPr marR="67732"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8pPr>
            <a:lvl9pPr marR="67732"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9pPr>
          </a:lstStyle>
          <a:p>
            <a:endParaRPr/>
          </a:p>
        </p:txBody>
      </p:sp>
      <p:sp>
        <p:nvSpPr>
          <p:cNvPr id="147" name="Google Shape;147;p22"/>
          <p:cNvSpPr txBox="1">
            <a:spLocks noGrp="1"/>
          </p:cNvSpPr>
          <p:nvPr>
            <p:ph type="title"/>
          </p:nvPr>
        </p:nvSpPr>
        <p:spPr>
          <a:xfrm>
            <a:off x="833733" y="421084"/>
            <a:ext cx="10272000" cy="94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48" name="Google Shape;148;p22"/>
          <p:cNvSpPr txBox="1">
            <a:spLocks noGrp="1"/>
          </p:cNvSpPr>
          <p:nvPr>
            <p:ph type="subTitle" idx="2"/>
          </p:nvPr>
        </p:nvSpPr>
        <p:spPr>
          <a:xfrm>
            <a:off x="6095997" y="1623633"/>
            <a:ext cx="5072400" cy="452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R="67732"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1pPr>
            <a:lvl2pPr marR="67732"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2pPr>
            <a:lvl3pPr marR="67732"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3pPr>
            <a:lvl4pPr marR="67732"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4pPr>
            <a:lvl5pPr marR="67732"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5pPr>
            <a:lvl6pPr marR="67732"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6pPr>
            <a:lvl7pPr marR="67732"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7pPr>
            <a:lvl8pPr marR="67732"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8pPr>
            <a:lvl9pPr marR="67732"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6051169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3">
  <p:cSld name="Title only 3"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23"/>
          <p:cNvSpPr txBox="1">
            <a:spLocks noGrp="1"/>
          </p:cNvSpPr>
          <p:nvPr>
            <p:ph type="title"/>
          </p:nvPr>
        </p:nvSpPr>
        <p:spPr>
          <a:xfrm>
            <a:off x="932000" y="570833"/>
            <a:ext cx="10328000" cy="84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51" name="Google Shape;151;p23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30023675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4">
  <p:cSld name="Title only 4"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4"/>
          <p:cNvSpPr txBox="1">
            <a:spLocks noGrp="1"/>
          </p:cNvSpPr>
          <p:nvPr>
            <p:ph type="title"/>
          </p:nvPr>
        </p:nvSpPr>
        <p:spPr>
          <a:xfrm>
            <a:off x="932000" y="570833"/>
            <a:ext cx="10328000" cy="84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54" name="Google Shape;154;p24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1145969648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5">
  <p:cSld name="Title only 5">
    <p:bg>
      <p:bgPr>
        <a:solidFill>
          <a:schemeClr val="dk1"/>
        </a:solidFill>
        <a:effectLst/>
      </p:bgPr>
    </p:bg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5"/>
          <p:cNvSpPr txBox="1">
            <a:spLocks noGrp="1"/>
          </p:cNvSpPr>
          <p:nvPr>
            <p:ph type="title"/>
          </p:nvPr>
        </p:nvSpPr>
        <p:spPr>
          <a:xfrm>
            <a:off x="932000" y="992995"/>
            <a:ext cx="2820000" cy="84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300"/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57" name="Google Shape;157;p25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2947844547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2">
  <p:cSld name="Title and two columns 2"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6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60" name="Google Shape;160;p26"/>
          <p:cNvSpPr/>
          <p:nvPr/>
        </p:nvSpPr>
        <p:spPr>
          <a:xfrm>
            <a:off x="4223933" y="2001512"/>
            <a:ext cx="7957200" cy="2847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</a:endParaRPr>
          </a:p>
        </p:txBody>
      </p:sp>
      <p:sp>
        <p:nvSpPr>
          <p:cNvPr id="161" name="Google Shape;161;p26"/>
          <p:cNvSpPr txBox="1">
            <a:spLocks noGrp="1"/>
          </p:cNvSpPr>
          <p:nvPr>
            <p:ph type="title"/>
          </p:nvPr>
        </p:nvSpPr>
        <p:spPr>
          <a:xfrm>
            <a:off x="720800" y="2531200"/>
            <a:ext cx="2892400" cy="179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62" name="Google Shape;162;p26"/>
          <p:cNvSpPr txBox="1">
            <a:spLocks noGrp="1"/>
          </p:cNvSpPr>
          <p:nvPr>
            <p:ph type="subTitle" idx="1"/>
          </p:nvPr>
        </p:nvSpPr>
        <p:spPr>
          <a:xfrm>
            <a:off x="5823052" y="3112647"/>
            <a:ext cx="1170400" cy="37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63" name="Google Shape;163;p26"/>
          <p:cNvSpPr txBox="1">
            <a:spLocks noGrp="1"/>
          </p:cNvSpPr>
          <p:nvPr>
            <p:ph type="subTitle" idx="2"/>
          </p:nvPr>
        </p:nvSpPr>
        <p:spPr>
          <a:xfrm>
            <a:off x="5158652" y="3609559"/>
            <a:ext cx="2499200" cy="63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64" name="Google Shape;164;p26"/>
          <p:cNvSpPr txBox="1">
            <a:spLocks noGrp="1"/>
          </p:cNvSpPr>
          <p:nvPr>
            <p:ph type="subTitle" idx="3"/>
          </p:nvPr>
        </p:nvSpPr>
        <p:spPr>
          <a:xfrm>
            <a:off x="8765367" y="3112647"/>
            <a:ext cx="1170400" cy="37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65" name="Google Shape;165;p26"/>
          <p:cNvSpPr txBox="1">
            <a:spLocks noGrp="1"/>
          </p:cNvSpPr>
          <p:nvPr>
            <p:ph type="subTitle" idx="4"/>
          </p:nvPr>
        </p:nvSpPr>
        <p:spPr>
          <a:xfrm>
            <a:off x="8100967" y="3609559"/>
            <a:ext cx="2499200" cy="63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635698668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3">
  <p:cSld name="Title and two columns 3">
    <p:bg>
      <p:bgPr>
        <a:solidFill>
          <a:schemeClr val="dk1"/>
        </a:solidFill>
        <a:effectLst/>
      </p:bgPr>
    </p:bg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7"/>
          <p:cNvSpPr/>
          <p:nvPr/>
        </p:nvSpPr>
        <p:spPr>
          <a:xfrm rot="5400000">
            <a:off x="2895500" y="2073833"/>
            <a:ext cx="6880800" cy="2718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grpSp>
        <p:nvGrpSpPr>
          <p:cNvPr id="168" name="Google Shape;168;p27"/>
          <p:cNvGrpSpPr/>
          <p:nvPr/>
        </p:nvGrpSpPr>
        <p:grpSpPr>
          <a:xfrm flipH="1">
            <a:off x="4976418" y="135034"/>
            <a:ext cx="7043484" cy="6580133"/>
            <a:chOff x="101561" y="101275"/>
            <a:chExt cx="4473000" cy="4935100"/>
          </a:xfrm>
        </p:grpSpPr>
        <p:cxnSp>
          <p:nvCxnSpPr>
            <p:cNvPr id="169" name="Google Shape;169;p27"/>
            <p:cNvCxnSpPr/>
            <p:nvPr/>
          </p:nvCxnSpPr>
          <p:spPr>
            <a:xfrm rot="10800000">
              <a:off x="103276" y="3441000"/>
              <a:ext cx="0" cy="158760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0" name="Google Shape;170;p27"/>
            <p:cNvCxnSpPr/>
            <p:nvPr/>
          </p:nvCxnSpPr>
          <p:spPr>
            <a:xfrm rot="10800000">
              <a:off x="101561" y="5036375"/>
              <a:ext cx="4473000" cy="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1" name="Google Shape;171;p27"/>
            <p:cNvCxnSpPr/>
            <p:nvPr/>
          </p:nvCxnSpPr>
          <p:spPr>
            <a:xfrm rot="10800000">
              <a:off x="101561" y="101275"/>
              <a:ext cx="4473000" cy="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2" name="Google Shape;172;p27"/>
            <p:cNvCxnSpPr/>
            <p:nvPr/>
          </p:nvCxnSpPr>
          <p:spPr>
            <a:xfrm rot="10800000">
              <a:off x="103284" y="115475"/>
              <a:ext cx="0" cy="174780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73" name="Google Shape;173;p27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74" name="Google Shape;174;p27"/>
          <p:cNvSpPr txBox="1">
            <a:spLocks noGrp="1"/>
          </p:cNvSpPr>
          <p:nvPr>
            <p:ph type="title"/>
          </p:nvPr>
        </p:nvSpPr>
        <p:spPr>
          <a:xfrm>
            <a:off x="950967" y="719333"/>
            <a:ext cx="2892400" cy="179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300"/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75" name="Google Shape;175;p27"/>
          <p:cNvSpPr txBox="1">
            <a:spLocks noGrp="1"/>
          </p:cNvSpPr>
          <p:nvPr>
            <p:ph type="subTitle" idx="1"/>
          </p:nvPr>
        </p:nvSpPr>
        <p:spPr>
          <a:xfrm>
            <a:off x="5086300" y="719333"/>
            <a:ext cx="2499200" cy="37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76" name="Google Shape;176;p27"/>
          <p:cNvSpPr txBox="1">
            <a:spLocks noGrp="1"/>
          </p:cNvSpPr>
          <p:nvPr>
            <p:ph type="subTitle" idx="2"/>
          </p:nvPr>
        </p:nvSpPr>
        <p:spPr>
          <a:xfrm>
            <a:off x="5086300" y="1216259"/>
            <a:ext cx="2499200" cy="63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9pPr>
          </a:lstStyle>
          <a:p>
            <a:endParaRPr/>
          </a:p>
        </p:txBody>
      </p:sp>
      <p:sp>
        <p:nvSpPr>
          <p:cNvPr id="177" name="Google Shape;177;p27"/>
          <p:cNvSpPr txBox="1">
            <a:spLocks noGrp="1"/>
          </p:cNvSpPr>
          <p:nvPr>
            <p:ph type="subTitle" idx="3"/>
          </p:nvPr>
        </p:nvSpPr>
        <p:spPr>
          <a:xfrm>
            <a:off x="5086300" y="2719381"/>
            <a:ext cx="2499200" cy="37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78" name="Google Shape;178;p27"/>
          <p:cNvSpPr txBox="1">
            <a:spLocks noGrp="1"/>
          </p:cNvSpPr>
          <p:nvPr>
            <p:ph type="subTitle" idx="4"/>
          </p:nvPr>
        </p:nvSpPr>
        <p:spPr>
          <a:xfrm>
            <a:off x="5086300" y="3216307"/>
            <a:ext cx="2499200" cy="63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9pPr>
          </a:lstStyle>
          <a:p>
            <a:endParaRPr/>
          </a:p>
        </p:txBody>
      </p:sp>
      <p:sp>
        <p:nvSpPr>
          <p:cNvPr id="179" name="Google Shape;179;p27"/>
          <p:cNvSpPr txBox="1">
            <a:spLocks noGrp="1"/>
          </p:cNvSpPr>
          <p:nvPr>
            <p:ph type="subTitle" idx="5"/>
          </p:nvPr>
        </p:nvSpPr>
        <p:spPr>
          <a:xfrm>
            <a:off x="5086300" y="4719200"/>
            <a:ext cx="2499200" cy="37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80" name="Google Shape;180;p27"/>
          <p:cNvSpPr txBox="1">
            <a:spLocks noGrp="1"/>
          </p:cNvSpPr>
          <p:nvPr>
            <p:ph type="subTitle" idx="6"/>
          </p:nvPr>
        </p:nvSpPr>
        <p:spPr>
          <a:xfrm>
            <a:off x="5086300" y="5216125"/>
            <a:ext cx="2499200" cy="63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010747092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4">
  <p:cSld name="Title and two columns 4"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28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83" name="Google Shape;183;p28"/>
          <p:cNvSpPr/>
          <p:nvPr/>
        </p:nvSpPr>
        <p:spPr>
          <a:xfrm>
            <a:off x="-34632" y="2001512"/>
            <a:ext cx="7957200" cy="2847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</a:endParaRPr>
          </a:p>
        </p:txBody>
      </p:sp>
      <p:sp>
        <p:nvSpPr>
          <p:cNvPr id="184" name="Google Shape;184;p28"/>
          <p:cNvSpPr txBox="1">
            <a:spLocks noGrp="1"/>
          </p:cNvSpPr>
          <p:nvPr>
            <p:ph type="title"/>
          </p:nvPr>
        </p:nvSpPr>
        <p:spPr>
          <a:xfrm>
            <a:off x="8522588" y="2531200"/>
            <a:ext cx="2892400" cy="179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5" name="Google Shape;185;p28"/>
          <p:cNvSpPr txBox="1">
            <a:spLocks noGrp="1"/>
          </p:cNvSpPr>
          <p:nvPr>
            <p:ph type="subTitle" idx="1"/>
          </p:nvPr>
        </p:nvSpPr>
        <p:spPr>
          <a:xfrm>
            <a:off x="1911419" y="3112647"/>
            <a:ext cx="1170400" cy="37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86" name="Google Shape;186;p28"/>
          <p:cNvSpPr txBox="1">
            <a:spLocks noGrp="1"/>
          </p:cNvSpPr>
          <p:nvPr>
            <p:ph type="subTitle" idx="2"/>
          </p:nvPr>
        </p:nvSpPr>
        <p:spPr>
          <a:xfrm>
            <a:off x="1247019" y="3607579"/>
            <a:ext cx="2499200" cy="63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87" name="Google Shape;187;p28"/>
          <p:cNvSpPr txBox="1">
            <a:spLocks noGrp="1"/>
          </p:cNvSpPr>
          <p:nvPr>
            <p:ph type="subTitle" idx="3"/>
          </p:nvPr>
        </p:nvSpPr>
        <p:spPr>
          <a:xfrm>
            <a:off x="5189357" y="3103271"/>
            <a:ext cx="1170400" cy="37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88" name="Google Shape;188;p28"/>
          <p:cNvSpPr txBox="1">
            <a:spLocks noGrp="1"/>
          </p:cNvSpPr>
          <p:nvPr>
            <p:ph type="subTitle" idx="4"/>
          </p:nvPr>
        </p:nvSpPr>
        <p:spPr>
          <a:xfrm>
            <a:off x="4524957" y="3607579"/>
            <a:ext cx="2499200" cy="63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453211552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5">
  <p:cSld name="Title and two columns 5">
    <p:bg>
      <p:bgPr>
        <a:solidFill>
          <a:schemeClr val="dk1"/>
        </a:solidFill>
        <a:effectLst/>
      </p:bgPr>
    </p:bg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9"/>
          <p:cNvSpPr/>
          <p:nvPr/>
        </p:nvSpPr>
        <p:spPr>
          <a:xfrm>
            <a:off x="135400" y="145833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91" name="Google Shape;191;p29"/>
          <p:cNvSpPr/>
          <p:nvPr/>
        </p:nvSpPr>
        <p:spPr>
          <a:xfrm rot="5400000">
            <a:off x="2895500" y="2073833"/>
            <a:ext cx="6880800" cy="2718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92" name="Google Shape;192;p29"/>
          <p:cNvSpPr txBox="1">
            <a:spLocks noGrp="1"/>
          </p:cNvSpPr>
          <p:nvPr>
            <p:ph type="title"/>
          </p:nvPr>
        </p:nvSpPr>
        <p:spPr>
          <a:xfrm>
            <a:off x="8522588" y="2531200"/>
            <a:ext cx="2892400" cy="179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300"/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93" name="Google Shape;193;p29"/>
          <p:cNvSpPr txBox="1">
            <a:spLocks noGrp="1"/>
          </p:cNvSpPr>
          <p:nvPr>
            <p:ph type="subTitle" idx="1"/>
          </p:nvPr>
        </p:nvSpPr>
        <p:spPr>
          <a:xfrm>
            <a:off x="5086300" y="716667"/>
            <a:ext cx="2499200" cy="37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94" name="Google Shape;194;p29"/>
          <p:cNvSpPr txBox="1">
            <a:spLocks noGrp="1"/>
          </p:cNvSpPr>
          <p:nvPr>
            <p:ph type="subTitle" idx="2"/>
          </p:nvPr>
        </p:nvSpPr>
        <p:spPr>
          <a:xfrm>
            <a:off x="5086300" y="1211612"/>
            <a:ext cx="2499200" cy="63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9pPr>
          </a:lstStyle>
          <a:p>
            <a:endParaRPr/>
          </a:p>
        </p:txBody>
      </p:sp>
      <p:sp>
        <p:nvSpPr>
          <p:cNvPr id="195" name="Google Shape;195;p29"/>
          <p:cNvSpPr txBox="1">
            <a:spLocks noGrp="1"/>
          </p:cNvSpPr>
          <p:nvPr>
            <p:ph type="subTitle" idx="3"/>
          </p:nvPr>
        </p:nvSpPr>
        <p:spPr>
          <a:xfrm>
            <a:off x="5086300" y="2867399"/>
            <a:ext cx="2499200" cy="37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96" name="Google Shape;196;p29"/>
          <p:cNvSpPr txBox="1">
            <a:spLocks noGrp="1"/>
          </p:cNvSpPr>
          <p:nvPr>
            <p:ph type="subTitle" idx="4"/>
          </p:nvPr>
        </p:nvSpPr>
        <p:spPr>
          <a:xfrm>
            <a:off x="5086300" y="3375931"/>
            <a:ext cx="2499200" cy="63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9pPr>
          </a:lstStyle>
          <a:p>
            <a:endParaRPr/>
          </a:p>
        </p:txBody>
      </p:sp>
      <p:sp>
        <p:nvSpPr>
          <p:cNvPr id="197" name="Google Shape;197;p29"/>
          <p:cNvSpPr txBox="1">
            <a:spLocks noGrp="1"/>
          </p:cNvSpPr>
          <p:nvPr>
            <p:ph type="subTitle" idx="5"/>
          </p:nvPr>
        </p:nvSpPr>
        <p:spPr>
          <a:xfrm>
            <a:off x="5086300" y="5027351"/>
            <a:ext cx="2499200" cy="37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98" name="Google Shape;198;p29"/>
          <p:cNvSpPr txBox="1">
            <a:spLocks noGrp="1"/>
          </p:cNvSpPr>
          <p:nvPr>
            <p:ph type="subTitle" idx="6"/>
          </p:nvPr>
        </p:nvSpPr>
        <p:spPr>
          <a:xfrm>
            <a:off x="5086300" y="5535884"/>
            <a:ext cx="2499200" cy="63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73798778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6">
  <p:cSld name="Title only 6">
    <p:bg>
      <p:bgPr>
        <a:solidFill>
          <a:schemeClr val="dk1"/>
        </a:solidFill>
        <a:effectLst/>
      </p:bgPr>
    </p:bg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30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01" name="Google Shape;201;p30"/>
          <p:cNvSpPr txBox="1">
            <a:spLocks noGrp="1"/>
          </p:cNvSpPr>
          <p:nvPr>
            <p:ph type="title"/>
          </p:nvPr>
        </p:nvSpPr>
        <p:spPr>
          <a:xfrm>
            <a:off x="833733" y="431567"/>
            <a:ext cx="10407200" cy="85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300"/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91493029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7">
  <p:cSld name="Title only 7">
    <p:bg>
      <p:bgPr>
        <a:solidFill>
          <a:schemeClr val="lt1"/>
        </a:solidFill>
        <a:effectLst/>
      </p:bgPr>
    </p:bg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31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04" name="Google Shape;204;p31"/>
          <p:cNvSpPr txBox="1">
            <a:spLocks noGrp="1"/>
          </p:cNvSpPr>
          <p:nvPr>
            <p:ph type="title"/>
          </p:nvPr>
        </p:nvSpPr>
        <p:spPr>
          <a:xfrm>
            <a:off x="833733" y="431567"/>
            <a:ext cx="10407200" cy="85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066844169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8">
  <p:cSld name="Title only 8">
    <p:bg>
      <p:bgPr>
        <a:solidFill>
          <a:schemeClr val="dk1"/>
        </a:solidFill>
        <a:effectLst/>
      </p:bgPr>
    </p:bg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2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07" name="Google Shape;207;p32"/>
          <p:cNvSpPr txBox="1">
            <a:spLocks noGrp="1"/>
          </p:cNvSpPr>
          <p:nvPr>
            <p:ph type="title"/>
          </p:nvPr>
        </p:nvSpPr>
        <p:spPr>
          <a:xfrm>
            <a:off x="6502536" y="1600867"/>
            <a:ext cx="42356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300"/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471952298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9">
  <p:cSld name="Title only 9">
    <p:bg>
      <p:bgPr>
        <a:solidFill>
          <a:schemeClr val="lt1"/>
        </a:solidFill>
        <a:effectLst/>
      </p:bgPr>
    </p:bg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33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10" name="Google Shape;210;p33"/>
          <p:cNvSpPr txBox="1">
            <a:spLocks noGrp="1"/>
          </p:cNvSpPr>
          <p:nvPr>
            <p:ph type="title"/>
          </p:nvPr>
        </p:nvSpPr>
        <p:spPr>
          <a:xfrm>
            <a:off x="950969" y="414533"/>
            <a:ext cx="42356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946803742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0">
  <p:cSld name="Title only 10">
    <p:bg>
      <p:bgPr>
        <a:solidFill>
          <a:schemeClr val="dk1"/>
        </a:solidFill>
        <a:effectLst/>
      </p:bgPr>
    </p:bg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34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13" name="Google Shape;213;p34"/>
          <p:cNvSpPr txBox="1">
            <a:spLocks noGrp="1"/>
          </p:cNvSpPr>
          <p:nvPr>
            <p:ph type="title"/>
          </p:nvPr>
        </p:nvSpPr>
        <p:spPr>
          <a:xfrm>
            <a:off x="950969" y="719333"/>
            <a:ext cx="42356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300"/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714244061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1">
  <p:cSld name="Title only 11"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35"/>
          <p:cNvSpPr txBox="1">
            <a:spLocks noGrp="1"/>
          </p:cNvSpPr>
          <p:nvPr>
            <p:ph type="title"/>
          </p:nvPr>
        </p:nvSpPr>
        <p:spPr>
          <a:xfrm>
            <a:off x="653200" y="2911400"/>
            <a:ext cx="3027600" cy="103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16" name="Google Shape;216;p35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3829003269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2">
  <p:cSld name="Title only 12">
    <p:bg>
      <p:bgPr>
        <a:solidFill>
          <a:schemeClr val="dk1"/>
        </a:solidFill>
        <a:effectLst/>
      </p:bgPr>
    </p:bg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6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19" name="Google Shape;219;p36"/>
          <p:cNvSpPr/>
          <p:nvPr/>
        </p:nvSpPr>
        <p:spPr>
          <a:xfrm>
            <a:off x="0" y="1645433"/>
            <a:ext cx="3875200" cy="357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</a:endParaRPr>
          </a:p>
        </p:txBody>
      </p:sp>
      <p:cxnSp>
        <p:nvCxnSpPr>
          <p:cNvPr id="220" name="Google Shape;220;p36"/>
          <p:cNvCxnSpPr/>
          <p:nvPr/>
        </p:nvCxnSpPr>
        <p:spPr>
          <a:xfrm>
            <a:off x="138400" y="1647033"/>
            <a:ext cx="0" cy="35848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21" name="Google Shape;221;p36"/>
          <p:cNvSpPr txBox="1">
            <a:spLocks noGrp="1"/>
          </p:cNvSpPr>
          <p:nvPr>
            <p:ph type="title"/>
          </p:nvPr>
        </p:nvSpPr>
        <p:spPr>
          <a:xfrm>
            <a:off x="950967" y="2911400"/>
            <a:ext cx="3027600" cy="103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768914410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3">
  <p:cSld name="Title only 13"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37"/>
          <p:cNvSpPr txBox="1">
            <a:spLocks noGrp="1"/>
          </p:cNvSpPr>
          <p:nvPr>
            <p:ph type="title"/>
          </p:nvPr>
        </p:nvSpPr>
        <p:spPr>
          <a:xfrm>
            <a:off x="812729" y="504681"/>
            <a:ext cx="5262400" cy="184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4" name="Google Shape;224;p37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2152097411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4">
  <p:cSld name="Title only 14">
    <p:bg>
      <p:bgPr>
        <a:solidFill>
          <a:schemeClr val="dk1"/>
        </a:solidFill>
        <a:effectLst/>
      </p:bgPr>
    </p:bg>
    <p:spTree>
      <p:nvGrpSpPr>
        <p:cNvPr id="1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8"/>
          <p:cNvSpPr txBox="1">
            <a:spLocks noGrp="1"/>
          </p:cNvSpPr>
          <p:nvPr>
            <p:ph type="title"/>
          </p:nvPr>
        </p:nvSpPr>
        <p:spPr>
          <a:xfrm>
            <a:off x="950967" y="471933"/>
            <a:ext cx="10302400" cy="100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300"/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7" name="Google Shape;227;p38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3307593219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5">
  <p:cSld name="Title only 15">
    <p:bg>
      <p:bgPr>
        <a:solidFill>
          <a:schemeClr val="dk1"/>
        </a:solidFill>
        <a:effectLst/>
      </p:bgPr>
    </p:bg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39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30" name="Google Shape;230;p39"/>
          <p:cNvSpPr txBox="1">
            <a:spLocks noGrp="1"/>
          </p:cNvSpPr>
          <p:nvPr>
            <p:ph type="title"/>
          </p:nvPr>
        </p:nvSpPr>
        <p:spPr>
          <a:xfrm>
            <a:off x="655200" y="2572800"/>
            <a:ext cx="3023600" cy="171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300"/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53581381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6">
  <p:cSld name="Title only 16">
    <p:bg>
      <p:bgPr>
        <a:solidFill>
          <a:schemeClr val="dk1"/>
        </a:solidFill>
        <a:effectLst/>
      </p:bgPr>
    </p:bg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40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33" name="Google Shape;233;p40"/>
          <p:cNvSpPr txBox="1">
            <a:spLocks noGrp="1"/>
          </p:cNvSpPr>
          <p:nvPr>
            <p:ph type="title"/>
          </p:nvPr>
        </p:nvSpPr>
        <p:spPr>
          <a:xfrm>
            <a:off x="8229600" y="560720"/>
            <a:ext cx="3023600" cy="171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300"/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262061524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7">
  <p:cSld name="Title only 17">
    <p:spTree>
      <p:nvGrpSpPr>
        <p:cNvPr id="1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41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36" name="Google Shape;236;p41"/>
          <p:cNvSpPr/>
          <p:nvPr/>
        </p:nvSpPr>
        <p:spPr>
          <a:xfrm>
            <a:off x="3863" y="-66567"/>
            <a:ext cx="12192000" cy="6944400"/>
          </a:xfrm>
          <a:prstGeom prst="rect">
            <a:avLst/>
          </a:prstGeom>
          <a:solidFill>
            <a:schemeClr val="dk1">
              <a:alpha val="64800"/>
            </a:schemeClr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37" name="Google Shape;237;p41"/>
          <p:cNvSpPr/>
          <p:nvPr/>
        </p:nvSpPr>
        <p:spPr>
          <a:xfrm>
            <a:off x="3632200" y="0"/>
            <a:ext cx="49276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</a:endParaRPr>
          </a:p>
        </p:txBody>
      </p:sp>
      <p:cxnSp>
        <p:nvCxnSpPr>
          <p:cNvPr id="238" name="Google Shape;238;p41"/>
          <p:cNvCxnSpPr/>
          <p:nvPr/>
        </p:nvCxnSpPr>
        <p:spPr>
          <a:xfrm>
            <a:off x="3604864" y="141600"/>
            <a:ext cx="50824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9" name="Google Shape;239;p41"/>
          <p:cNvCxnSpPr/>
          <p:nvPr/>
        </p:nvCxnSpPr>
        <p:spPr>
          <a:xfrm>
            <a:off x="3604864" y="6716400"/>
            <a:ext cx="50824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40" name="Google Shape;240;p41"/>
          <p:cNvSpPr txBox="1">
            <a:spLocks noGrp="1"/>
          </p:cNvSpPr>
          <p:nvPr>
            <p:ph type="title"/>
          </p:nvPr>
        </p:nvSpPr>
        <p:spPr>
          <a:xfrm>
            <a:off x="3632200" y="472112"/>
            <a:ext cx="4927600" cy="1042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587850971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8">
  <p:cSld name="Title only 18">
    <p:bg>
      <p:bgPr>
        <a:solidFill>
          <a:schemeClr val="dk1"/>
        </a:solidFill>
        <a:effectLst/>
      </p:bgPr>
    </p:bg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42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43" name="Google Shape;243;p42"/>
          <p:cNvSpPr txBox="1">
            <a:spLocks noGrp="1"/>
          </p:cNvSpPr>
          <p:nvPr>
            <p:ph type="title"/>
          </p:nvPr>
        </p:nvSpPr>
        <p:spPr>
          <a:xfrm>
            <a:off x="950967" y="910300"/>
            <a:ext cx="2778800" cy="1042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300"/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385727323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 1">
  <p:cSld name="Title and six columns 1"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43"/>
          <p:cNvSpPr txBox="1">
            <a:spLocks noGrp="1"/>
          </p:cNvSpPr>
          <p:nvPr>
            <p:ph type="title"/>
          </p:nvPr>
        </p:nvSpPr>
        <p:spPr>
          <a:xfrm>
            <a:off x="904835" y="431433"/>
            <a:ext cx="10394000" cy="97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46" name="Google Shape;246;p43"/>
          <p:cNvSpPr txBox="1">
            <a:spLocks noGrp="1"/>
          </p:cNvSpPr>
          <p:nvPr>
            <p:ph type="subTitle" idx="1"/>
          </p:nvPr>
        </p:nvSpPr>
        <p:spPr>
          <a:xfrm>
            <a:off x="1505357" y="1892029"/>
            <a:ext cx="2499200" cy="37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247" name="Google Shape;247;p43"/>
          <p:cNvSpPr txBox="1">
            <a:spLocks noGrp="1"/>
          </p:cNvSpPr>
          <p:nvPr>
            <p:ph type="subTitle" idx="2"/>
          </p:nvPr>
        </p:nvSpPr>
        <p:spPr>
          <a:xfrm>
            <a:off x="1340357" y="2268487"/>
            <a:ext cx="2829200" cy="63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9pPr>
          </a:lstStyle>
          <a:p>
            <a:endParaRPr/>
          </a:p>
        </p:txBody>
      </p:sp>
      <p:sp>
        <p:nvSpPr>
          <p:cNvPr id="248" name="Google Shape;248;p43"/>
          <p:cNvSpPr txBox="1">
            <a:spLocks noGrp="1"/>
          </p:cNvSpPr>
          <p:nvPr>
            <p:ph type="subTitle" idx="3"/>
          </p:nvPr>
        </p:nvSpPr>
        <p:spPr>
          <a:xfrm>
            <a:off x="4733271" y="1885629"/>
            <a:ext cx="2499200" cy="38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249" name="Google Shape;249;p43"/>
          <p:cNvSpPr txBox="1">
            <a:spLocks noGrp="1"/>
          </p:cNvSpPr>
          <p:nvPr>
            <p:ph type="subTitle" idx="4"/>
          </p:nvPr>
        </p:nvSpPr>
        <p:spPr>
          <a:xfrm>
            <a:off x="4568671" y="2268487"/>
            <a:ext cx="2828400" cy="634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9pPr>
          </a:lstStyle>
          <a:p>
            <a:endParaRPr/>
          </a:p>
        </p:txBody>
      </p:sp>
      <p:sp>
        <p:nvSpPr>
          <p:cNvPr id="250" name="Google Shape;250;p43"/>
          <p:cNvSpPr txBox="1">
            <a:spLocks noGrp="1"/>
          </p:cNvSpPr>
          <p:nvPr>
            <p:ph type="subTitle" idx="5"/>
          </p:nvPr>
        </p:nvSpPr>
        <p:spPr>
          <a:xfrm>
            <a:off x="8078912" y="1885629"/>
            <a:ext cx="2495600" cy="38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251" name="Google Shape;251;p43"/>
          <p:cNvSpPr txBox="1">
            <a:spLocks noGrp="1"/>
          </p:cNvSpPr>
          <p:nvPr>
            <p:ph type="subTitle" idx="6"/>
          </p:nvPr>
        </p:nvSpPr>
        <p:spPr>
          <a:xfrm>
            <a:off x="7845312" y="2268487"/>
            <a:ext cx="2962800" cy="63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9pPr>
          </a:lstStyle>
          <a:p>
            <a:endParaRPr/>
          </a:p>
        </p:txBody>
      </p:sp>
      <p:sp>
        <p:nvSpPr>
          <p:cNvPr id="252" name="Google Shape;252;p43"/>
          <p:cNvSpPr txBox="1">
            <a:spLocks noGrp="1"/>
          </p:cNvSpPr>
          <p:nvPr>
            <p:ph type="subTitle" idx="7"/>
          </p:nvPr>
        </p:nvSpPr>
        <p:spPr>
          <a:xfrm>
            <a:off x="1505357" y="3579933"/>
            <a:ext cx="2499200" cy="378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253" name="Google Shape;253;p43"/>
          <p:cNvSpPr txBox="1">
            <a:spLocks noGrp="1"/>
          </p:cNvSpPr>
          <p:nvPr>
            <p:ph type="subTitle" idx="8"/>
          </p:nvPr>
        </p:nvSpPr>
        <p:spPr>
          <a:xfrm>
            <a:off x="1340357" y="3930416"/>
            <a:ext cx="2829200" cy="634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9pPr>
          </a:lstStyle>
          <a:p>
            <a:endParaRPr/>
          </a:p>
        </p:txBody>
      </p:sp>
      <p:sp>
        <p:nvSpPr>
          <p:cNvPr id="254" name="Google Shape;254;p43"/>
          <p:cNvSpPr txBox="1">
            <a:spLocks noGrp="1"/>
          </p:cNvSpPr>
          <p:nvPr>
            <p:ph type="subTitle" idx="9"/>
          </p:nvPr>
        </p:nvSpPr>
        <p:spPr>
          <a:xfrm>
            <a:off x="4735071" y="3579933"/>
            <a:ext cx="2495600" cy="378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255" name="Google Shape;255;p43"/>
          <p:cNvSpPr txBox="1">
            <a:spLocks noGrp="1"/>
          </p:cNvSpPr>
          <p:nvPr>
            <p:ph type="subTitle" idx="13"/>
          </p:nvPr>
        </p:nvSpPr>
        <p:spPr>
          <a:xfrm>
            <a:off x="4568671" y="3932487"/>
            <a:ext cx="2828400" cy="634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9pPr>
          </a:lstStyle>
          <a:p>
            <a:endParaRPr/>
          </a:p>
        </p:txBody>
      </p:sp>
      <p:sp>
        <p:nvSpPr>
          <p:cNvPr id="256" name="Google Shape;256;p43"/>
          <p:cNvSpPr txBox="1">
            <a:spLocks noGrp="1"/>
          </p:cNvSpPr>
          <p:nvPr>
            <p:ph type="subTitle" idx="14"/>
          </p:nvPr>
        </p:nvSpPr>
        <p:spPr>
          <a:xfrm>
            <a:off x="8078912" y="3579933"/>
            <a:ext cx="2495600" cy="378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257" name="Google Shape;257;p43"/>
          <p:cNvSpPr txBox="1">
            <a:spLocks noGrp="1"/>
          </p:cNvSpPr>
          <p:nvPr>
            <p:ph type="subTitle" idx="15"/>
          </p:nvPr>
        </p:nvSpPr>
        <p:spPr>
          <a:xfrm>
            <a:off x="7912512" y="3932487"/>
            <a:ext cx="2828400" cy="634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9pPr>
          </a:lstStyle>
          <a:p>
            <a:endParaRPr/>
          </a:p>
        </p:txBody>
      </p:sp>
      <p:sp>
        <p:nvSpPr>
          <p:cNvPr id="258" name="Google Shape;258;p43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1481801168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 2">
  <p:cSld name="Title and six columns 2">
    <p:bg>
      <p:bgPr>
        <a:solidFill>
          <a:schemeClr val="dk1"/>
        </a:solidFill>
        <a:effectLst/>
      </p:bgPr>
    </p:bg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44"/>
          <p:cNvSpPr txBox="1">
            <a:spLocks noGrp="1"/>
          </p:cNvSpPr>
          <p:nvPr>
            <p:ph type="title"/>
          </p:nvPr>
        </p:nvSpPr>
        <p:spPr>
          <a:xfrm>
            <a:off x="3197000" y="431433"/>
            <a:ext cx="8102000" cy="97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300"/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61" name="Google Shape;261;p44"/>
          <p:cNvSpPr txBox="1">
            <a:spLocks noGrp="1"/>
          </p:cNvSpPr>
          <p:nvPr>
            <p:ph type="subTitle" idx="1"/>
          </p:nvPr>
        </p:nvSpPr>
        <p:spPr>
          <a:xfrm>
            <a:off x="4268257" y="2095229"/>
            <a:ext cx="2499200" cy="37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262" name="Google Shape;262;p44"/>
          <p:cNvSpPr txBox="1">
            <a:spLocks noGrp="1"/>
          </p:cNvSpPr>
          <p:nvPr>
            <p:ph type="subTitle" idx="2"/>
          </p:nvPr>
        </p:nvSpPr>
        <p:spPr>
          <a:xfrm>
            <a:off x="4268257" y="2471687"/>
            <a:ext cx="2829200" cy="63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63" name="Google Shape;263;p44"/>
          <p:cNvSpPr txBox="1">
            <a:spLocks noGrp="1"/>
          </p:cNvSpPr>
          <p:nvPr>
            <p:ph type="subTitle" idx="3"/>
          </p:nvPr>
        </p:nvSpPr>
        <p:spPr>
          <a:xfrm>
            <a:off x="8454912" y="2088829"/>
            <a:ext cx="2499200" cy="38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264" name="Google Shape;264;p44"/>
          <p:cNvSpPr txBox="1">
            <a:spLocks noGrp="1"/>
          </p:cNvSpPr>
          <p:nvPr>
            <p:ph type="subTitle" idx="4"/>
          </p:nvPr>
        </p:nvSpPr>
        <p:spPr>
          <a:xfrm>
            <a:off x="8454912" y="2471687"/>
            <a:ext cx="2828400" cy="634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65" name="Google Shape;265;p44"/>
          <p:cNvSpPr txBox="1">
            <a:spLocks noGrp="1"/>
          </p:cNvSpPr>
          <p:nvPr>
            <p:ph type="subTitle" idx="5"/>
          </p:nvPr>
        </p:nvSpPr>
        <p:spPr>
          <a:xfrm>
            <a:off x="8454912" y="3554024"/>
            <a:ext cx="2495600" cy="38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266" name="Google Shape;266;p44"/>
          <p:cNvSpPr txBox="1">
            <a:spLocks noGrp="1"/>
          </p:cNvSpPr>
          <p:nvPr>
            <p:ph type="subTitle" idx="6"/>
          </p:nvPr>
        </p:nvSpPr>
        <p:spPr>
          <a:xfrm>
            <a:off x="8454912" y="3936881"/>
            <a:ext cx="2962800" cy="63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67" name="Google Shape;267;p44"/>
          <p:cNvSpPr txBox="1">
            <a:spLocks noGrp="1"/>
          </p:cNvSpPr>
          <p:nvPr>
            <p:ph type="subTitle" idx="7"/>
          </p:nvPr>
        </p:nvSpPr>
        <p:spPr>
          <a:xfrm>
            <a:off x="4268257" y="3560948"/>
            <a:ext cx="2499200" cy="378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268" name="Google Shape;268;p44"/>
          <p:cNvSpPr txBox="1">
            <a:spLocks noGrp="1"/>
          </p:cNvSpPr>
          <p:nvPr>
            <p:ph type="subTitle" idx="8"/>
          </p:nvPr>
        </p:nvSpPr>
        <p:spPr>
          <a:xfrm>
            <a:off x="4268257" y="3939112"/>
            <a:ext cx="2829200" cy="634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69" name="Google Shape;269;p44"/>
          <p:cNvSpPr txBox="1">
            <a:spLocks noGrp="1"/>
          </p:cNvSpPr>
          <p:nvPr>
            <p:ph type="subTitle" idx="9"/>
          </p:nvPr>
        </p:nvSpPr>
        <p:spPr>
          <a:xfrm>
            <a:off x="4268257" y="5047476"/>
            <a:ext cx="2495600" cy="378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270" name="Google Shape;270;p44"/>
          <p:cNvSpPr txBox="1">
            <a:spLocks noGrp="1"/>
          </p:cNvSpPr>
          <p:nvPr>
            <p:ph type="subTitle" idx="13"/>
          </p:nvPr>
        </p:nvSpPr>
        <p:spPr>
          <a:xfrm>
            <a:off x="4268257" y="5427711"/>
            <a:ext cx="2828400" cy="634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71" name="Google Shape;271;p44"/>
          <p:cNvSpPr txBox="1">
            <a:spLocks noGrp="1"/>
          </p:cNvSpPr>
          <p:nvPr>
            <p:ph type="subTitle" idx="14"/>
          </p:nvPr>
        </p:nvSpPr>
        <p:spPr>
          <a:xfrm>
            <a:off x="8454912" y="5049844"/>
            <a:ext cx="2495600" cy="378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272" name="Google Shape;272;p44"/>
          <p:cNvSpPr txBox="1">
            <a:spLocks noGrp="1"/>
          </p:cNvSpPr>
          <p:nvPr>
            <p:ph type="subTitle" idx="15"/>
          </p:nvPr>
        </p:nvSpPr>
        <p:spPr>
          <a:xfrm>
            <a:off x="8454912" y="5430079"/>
            <a:ext cx="2828400" cy="634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73" name="Google Shape;273;p44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133042177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 2">
  <p:cSld name="Title and four columns 2"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45"/>
          <p:cNvSpPr/>
          <p:nvPr/>
        </p:nvSpPr>
        <p:spPr>
          <a:xfrm>
            <a:off x="3688911" y="476748"/>
            <a:ext cx="7412800" cy="5986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</a:endParaRPr>
          </a:p>
        </p:txBody>
      </p:sp>
      <p:sp>
        <p:nvSpPr>
          <p:cNvPr id="276" name="Google Shape;276;p45"/>
          <p:cNvSpPr txBox="1">
            <a:spLocks noGrp="1"/>
          </p:cNvSpPr>
          <p:nvPr>
            <p:ph type="subTitle" idx="1"/>
          </p:nvPr>
        </p:nvSpPr>
        <p:spPr>
          <a:xfrm>
            <a:off x="5126724" y="1334031"/>
            <a:ext cx="2170000" cy="29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277" name="Google Shape;277;p45"/>
          <p:cNvSpPr txBox="1">
            <a:spLocks noGrp="1"/>
          </p:cNvSpPr>
          <p:nvPr>
            <p:ph type="subTitle" idx="2"/>
          </p:nvPr>
        </p:nvSpPr>
        <p:spPr>
          <a:xfrm>
            <a:off x="5126724" y="1684519"/>
            <a:ext cx="2194000" cy="1170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78" name="Google Shape;278;p45"/>
          <p:cNvSpPr txBox="1">
            <a:spLocks noGrp="1"/>
          </p:cNvSpPr>
          <p:nvPr>
            <p:ph type="subTitle" idx="3"/>
          </p:nvPr>
        </p:nvSpPr>
        <p:spPr>
          <a:xfrm>
            <a:off x="5126724" y="4117719"/>
            <a:ext cx="2170000" cy="29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279" name="Google Shape;279;p45"/>
          <p:cNvSpPr txBox="1">
            <a:spLocks noGrp="1"/>
          </p:cNvSpPr>
          <p:nvPr>
            <p:ph type="subTitle" idx="4"/>
          </p:nvPr>
        </p:nvSpPr>
        <p:spPr>
          <a:xfrm>
            <a:off x="8549091" y="1684504"/>
            <a:ext cx="2194000" cy="1170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80" name="Google Shape;280;p45"/>
          <p:cNvSpPr txBox="1">
            <a:spLocks noGrp="1"/>
          </p:cNvSpPr>
          <p:nvPr>
            <p:ph type="subTitle" idx="5"/>
          </p:nvPr>
        </p:nvSpPr>
        <p:spPr>
          <a:xfrm>
            <a:off x="8548091" y="1332231"/>
            <a:ext cx="2172000" cy="29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281" name="Google Shape;281;p45"/>
          <p:cNvSpPr txBox="1">
            <a:spLocks noGrp="1"/>
          </p:cNvSpPr>
          <p:nvPr>
            <p:ph type="subTitle" idx="6"/>
          </p:nvPr>
        </p:nvSpPr>
        <p:spPr>
          <a:xfrm>
            <a:off x="5126724" y="4467224"/>
            <a:ext cx="2199200" cy="117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82" name="Google Shape;282;p45"/>
          <p:cNvSpPr txBox="1">
            <a:spLocks noGrp="1"/>
          </p:cNvSpPr>
          <p:nvPr>
            <p:ph type="subTitle" idx="7"/>
          </p:nvPr>
        </p:nvSpPr>
        <p:spPr>
          <a:xfrm>
            <a:off x="8549091" y="4117719"/>
            <a:ext cx="2170000" cy="29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283" name="Google Shape;283;p45"/>
          <p:cNvSpPr txBox="1">
            <a:spLocks noGrp="1"/>
          </p:cNvSpPr>
          <p:nvPr>
            <p:ph type="subTitle" idx="8"/>
          </p:nvPr>
        </p:nvSpPr>
        <p:spPr>
          <a:xfrm>
            <a:off x="8549091" y="4469013"/>
            <a:ext cx="2194000" cy="1170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84" name="Google Shape;284;p45"/>
          <p:cNvSpPr txBox="1">
            <a:spLocks noGrp="1"/>
          </p:cNvSpPr>
          <p:nvPr>
            <p:ph type="title"/>
          </p:nvPr>
        </p:nvSpPr>
        <p:spPr>
          <a:xfrm>
            <a:off x="928600" y="2074400"/>
            <a:ext cx="2476800" cy="270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85" name="Google Shape;285;p45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3625516128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 1">
  <p:cSld name="Title and three columns 1">
    <p:bg>
      <p:bgPr>
        <a:solidFill>
          <a:schemeClr val="dk1"/>
        </a:solidFill>
        <a:effectLst/>
      </p:bgPr>
    </p:bg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46"/>
          <p:cNvSpPr/>
          <p:nvPr/>
        </p:nvSpPr>
        <p:spPr>
          <a:xfrm>
            <a:off x="5488333" y="2755067"/>
            <a:ext cx="6945200" cy="1353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</a:endParaRPr>
          </a:p>
        </p:txBody>
      </p:sp>
      <p:sp>
        <p:nvSpPr>
          <p:cNvPr id="288" name="Google Shape;288;p46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89" name="Google Shape;289;p46"/>
          <p:cNvSpPr txBox="1">
            <a:spLocks noGrp="1"/>
          </p:cNvSpPr>
          <p:nvPr>
            <p:ph type="subTitle" idx="1"/>
          </p:nvPr>
        </p:nvSpPr>
        <p:spPr>
          <a:xfrm>
            <a:off x="2156024" y="927631"/>
            <a:ext cx="2170000" cy="29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290" name="Google Shape;290;p46"/>
          <p:cNvSpPr txBox="1">
            <a:spLocks noGrp="1"/>
          </p:cNvSpPr>
          <p:nvPr>
            <p:ph type="subTitle" idx="2"/>
          </p:nvPr>
        </p:nvSpPr>
        <p:spPr>
          <a:xfrm>
            <a:off x="2156024" y="1278119"/>
            <a:ext cx="2194000" cy="1170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91" name="Google Shape;291;p46"/>
          <p:cNvSpPr txBox="1">
            <a:spLocks noGrp="1"/>
          </p:cNvSpPr>
          <p:nvPr>
            <p:ph type="subTitle" idx="3"/>
          </p:nvPr>
        </p:nvSpPr>
        <p:spPr>
          <a:xfrm>
            <a:off x="2156024" y="4524119"/>
            <a:ext cx="2170000" cy="29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292" name="Google Shape;292;p46"/>
          <p:cNvSpPr txBox="1">
            <a:spLocks noGrp="1"/>
          </p:cNvSpPr>
          <p:nvPr>
            <p:ph type="subTitle" idx="4"/>
          </p:nvPr>
        </p:nvSpPr>
        <p:spPr>
          <a:xfrm>
            <a:off x="2156024" y="4873624"/>
            <a:ext cx="2199200" cy="117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93" name="Google Shape;293;p46"/>
          <p:cNvSpPr txBox="1">
            <a:spLocks noGrp="1"/>
          </p:cNvSpPr>
          <p:nvPr>
            <p:ph type="subTitle" idx="5"/>
          </p:nvPr>
        </p:nvSpPr>
        <p:spPr>
          <a:xfrm>
            <a:off x="2156024" y="2729691"/>
            <a:ext cx="2170000" cy="29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294" name="Google Shape;294;p46"/>
          <p:cNvSpPr txBox="1">
            <a:spLocks noGrp="1"/>
          </p:cNvSpPr>
          <p:nvPr>
            <p:ph type="subTitle" idx="6"/>
          </p:nvPr>
        </p:nvSpPr>
        <p:spPr>
          <a:xfrm>
            <a:off x="2156024" y="3080987"/>
            <a:ext cx="2194000" cy="1170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95" name="Google Shape;295;p46"/>
          <p:cNvSpPr txBox="1">
            <a:spLocks noGrp="1"/>
          </p:cNvSpPr>
          <p:nvPr>
            <p:ph type="title"/>
          </p:nvPr>
        </p:nvSpPr>
        <p:spPr>
          <a:xfrm>
            <a:off x="6095300" y="2984033"/>
            <a:ext cx="5158000" cy="87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971330969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 3">
  <p:cSld name="Title and four columns 3">
    <p:spTree>
      <p:nvGrpSpPr>
        <p:cNvPr id="1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7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98" name="Google Shape;298;p47"/>
          <p:cNvSpPr txBox="1">
            <a:spLocks noGrp="1"/>
          </p:cNvSpPr>
          <p:nvPr>
            <p:ph type="subTitle" idx="1"/>
          </p:nvPr>
        </p:nvSpPr>
        <p:spPr>
          <a:xfrm>
            <a:off x="6400800" y="987499"/>
            <a:ext cx="2170000" cy="29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299" name="Google Shape;299;p47"/>
          <p:cNvSpPr txBox="1">
            <a:spLocks noGrp="1"/>
          </p:cNvSpPr>
          <p:nvPr>
            <p:ph type="subTitle" idx="2"/>
          </p:nvPr>
        </p:nvSpPr>
        <p:spPr>
          <a:xfrm>
            <a:off x="6400800" y="1464529"/>
            <a:ext cx="4540000" cy="613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00" name="Google Shape;300;p47"/>
          <p:cNvSpPr txBox="1">
            <a:spLocks noGrp="1"/>
          </p:cNvSpPr>
          <p:nvPr>
            <p:ph type="subTitle" idx="3"/>
          </p:nvPr>
        </p:nvSpPr>
        <p:spPr>
          <a:xfrm>
            <a:off x="6400800" y="4815647"/>
            <a:ext cx="2170000" cy="29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01" name="Google Shape;301;p47"/>
          <p:cNvSpPr txBox="1">
            <a:spLocks noGrp="1"/>
          </p:cNvSpPr>
          <p:nvPr>
            <p:ph type="subTitle" idx="4"/>
          </p:nvPr>
        </p:nvSpPr>
        <p:spPr>
          <a:xfrm>
            <a:off x="6400800" y="2747887"/>
            <a:ext cx="4535600" cy="609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02" name="Google Shape;302;p47"/>
          <p:cNvSpPr txBox="1">
            <a:spLocks noGrp="1"/>
          </p:cNvSpPr>
          <p:nvPr>
            <p:ph type="subTitle" idx="5"/>
          </p:nvPr>
        </p:nvSpPr>
        <p:spPr>
          <a:xfrm>
            <a:off x="6400800" y="2265268"/>
            <a:ext cx="2172000" cy="29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03" name="Google Shape;303;p47"/>
          <p:cNvSpPr txBox="1">
            <a:spLocks noGrp="1"/>
          </p:cNvSpPr>
          <p:nvPr>
            <p:ph type="subTitle" idx="6"/>
          </p:nvPr>
        </p:nvSpPr>
        <p:spPr>
          <a:xfrm>
            <a:off x="6400800" y="5294495"/>
            <a:ext cx="4535600" cy="609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04" name="Google Shape;304;p47"/>
          <p:cNvSpPr txBox="1">
            <a:spLocks noGrp="1"/>
          </p:cNvSpPr>
          <p:nvPr>
            <p:ph type="title"/>
          </p:nvPr>
        </p:nvSpPr>
        <p:spPr>
          <a:xfrm>
            <a:off x="804200" y="2523733"/>
            <a:ext cx="2725600" cy="1588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05" name="Google Shape;305;p47"/>
          <p:cNvSpPr txBox="1">
            <a:spLocks noGrp="1"/>
          </p:cNvSpPr>
          <p:nvPr>
            <p:ph type="subTitle" idx="7"/>
          </p:nvPr>
        </p:nvSpPr>
        <p:spPr>
          <a:xfrm>
            <a:off x="6400800" y="4027276"/>
            <a:ext cx="4535600" cy="609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06" name="Google Shape;306;p47"/>
          <p:cNvSpPr txBox="1">
            <a:spLocks noGrp="1"/>
          </p:cNvSpPr>
          <p:nvPr>
            <p:ph type="subTitle" idx="8"/>
          </p:nvPr>
        </p:nvSpPr>
        <p:spPr>
          <a:xfrm>
            <a:off x="6400800" y="3544871"/>
            <a:ext cx="2172000" cy="29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11888596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 4">
  <p:cSld name="Title and four columns 4"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48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309" name="Google Shape;309;p48"/>
          <p:cNvSpPr txBox="1">
            <a:spLocks noGrp="1"/>
          </p:cNvSpPr>
          <p:nvPr>
            <p:ph type="subTitle" idx="1"/>
          </p:nvPr>
        </p:nvSpPr>
        <p:spPr>
          <a:xfrm>
            <a:off x="1920229" y="2539967"/>
            <a:ext cx="1952000" cy="29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10" name="Google Shape;310;p48"/>
          <p:cNvSpPr txBox="1">
            <a:spLocks noGrp="1"/>
          </p:cNvSpPr>
          <p:nvPr>
            <p:ph type="subTitle" idx="2"/>
          </p:nvPr>
        </p:nvSpPr>
        <p:spPr>
          <a:xfrm>
            <a:off x="950967" y="3017000"/>
            <a:ext cx="2921600" cy="613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11" name="Google Shape;311;p48"/>
          <p:cNvSpPr txBox="1">
            <a:spLocks noGrp="1"/>
          </p:cNvSpPr>
          <p:nvPr>
            <p:ph type="subTitle" idx="3"/>
          </p:nvPr>
        </p:nvSpPr>
        <p:spPr>
          <a:xfrm>
            <a:off x="8294356" y="4518447"/>
            <a:ext cx="2170000" cy="29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12" name="Google Shape;312;p48"/>
          <p:cNvSpPr txBox="1">
            <a:spLocks noGrp="1"/>
          </p:cNvSpPr>
          <p:nvPr>
            <p:ph type="subTitle" idx="4"/>
          </p:nvPr>
        </p:nvSpPr>
        <p:spPr>
          <a:xfrm>
            <a:off x="8294356" y="3022587"/>
            <a:ext cx="2926000" cy="609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13" name="Google Shape;313;p48"/>
          <p:cNvSpPr txBox="1">
            <a:spLocks noGrp="1"/>
          </p:cNvSpPr>
          <p:nvPr>
            <p:ph type="subTitle" idx="5"/>
          </p:nvPr>
        </p:nvSpPr>
        <p:spPr>
          <a:xfrm>
            <a:off x="8294356" y="2539968"/>
            <a:ext cx="2172000" cy="29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14" name="Google Shape;314;p48"/>
          <p:cNvSpPr txBox="1">
            <a:spLocks noGrp="1"/>
          </p:cNvSpPr>
          <p:nvPr>
            <p:ph type="subTitle" idx="6"/>
          </p:nvPr>
        </p:nvSpPr>
        <p:spPr>
          <a:xfrm>
            <a:off x="8294356" y="4997295"/>
            <a:ext cx="2926000" cy="609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15" name="Google Shape;315;p48"/>
          <p:cNvSpPr txBox="1">
            <a:spLocks noGrp="1"/>
          </p:cNvSpPr>
          <p:nvPr>
            <p:ph type="title"/>
          </p:nvPr>
        </p:nvSpPr>
        <p:spPr>
          <a:xfrm>
            <a:off x="2571767" y="503035"/>
            <a:ext cx="7048400" cy="939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16" name="Google Shape;316;p48"/>
          <p:cNvSpPr txBox="1">
            <a:spLocks noGrp="1"/>
          </p:cNvSpPr>
          <p:nvPr>
            <p:ph type="subTitle" idx="7"/>
          </p:nvPr>
        </p:nvSpPr>
        <p:spPr>
          <a:xfrm>
            <a:off x="953797" y="5001967"/>
            <a:ext cx="2918000" cy="609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17" name="Google Shape;317;p48"/>
          <p:cNvSpPr txBox="1">
            <a:spLocks noGrp="1"/>
          </p:cNvSpPr>
          <p:nvPr>
            <p:ph type="subTitle" idx="8"/>
          </p:nvPr>
        </p:nvSpPr>
        <p:spPr>
          <a:xfrm>
            <a:off x="1918431" y="4519567"/>
            <a:ext cx="1954000" cy="29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149682719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  2">
  <p:cSld name="Title and three columns  2">
    <p:spTree>
      <p:nvGrpSpPr>
        <p:cNvPr id="1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49"/>
          <p:cNvSpPr/>
          <p:nvPr/>
        </p:nvSpPr>
        <p:spPr>
          <a:xfrm>
            <a:off x="0" y="3429000"/>
            <a:ext cx="12192000" cy="3428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</a:endParaRPr>
          </a:p>
        </p:txBody>
      </p:sp>
      <p:sp>
        <p:nvSpPr>
          <p:cNvPr id="320" name="Google Shape;320;p49"/>
          <p:cNvSpPr txBox="1">
            <a:spLocks noGrp="1"/>
          </p:cNvSpPr>
          <p:nvPr>
            <p:ph type="subTitle" idx="1"/>
          </p:nvPr>
        </p:nvSpPr>
        <p:spPr>
          <a:xfrm>
            <a:off x="5171305" y="4539245"/>
            <a:ext cx="1840800" cy="4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21" name="Google Shape;321;p49"/>
          <p:cNvSpPr txBox="1">
            <a:spLocks noGrp="1"/>
          </p:cNvSpPr>
          <p:nvPr>
            <p:ph type="subTitle" idx="2"/>
          </p:nvPr>
        </p:nvSpPr>
        <p:spPr>
          <a:xfrm>
            <a:off x="4957500" y="4942767"/>
            <a:ext cx="2268400" cy="121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22" name="Google Shape;322;p49"/>
          <p:cNvSpPr txBox="1">
            <a:spLocks noGrp="1"/>
          </p:cNvSpPr>
          <p:nvPr>
            <p:ph type="subTitle" idx="3"/>
          </p:nvPr>
        </p:nvSpPr>
        <p:spPr>
          <a:xfrm>
            <a:off x="1547172" y="4539245"/>
            <a:ext cx="1838400" cy="4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23" name="Google Shape;323;p49"/>
          <p:cNvSpPr txBox="1">
            <a:spLocks noGrp="1"/>
          </p:cNvSpPr>
          <p:nvPr>
            <p:ph type="subTitle" idx="4"/>
          </p:nvPr>
        </p:nvSpPr>
        <p:spPr>
          <a:xfrm>
            <a:off x="8591433" y="4942767"/>
            <a:ext cx="2268400" cy="121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24" name="Google Shape;324;p49"/>
          <p:cNvSpPr txBox="1">
            <a:spLocks noGrp="1"/>
          </p:cNvSpPr>
          <p:nvPr>
            <p:ph type="subTitle" idx="5"/>
          </p:nvPr>
        </p:nvSpPr>
        <p:spPr>
          <a:xfrm>
            <a:off x="8809539" y="4538645"/>
            <a:ext cx="1840800" cy="414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25" name="Google Shape;325;p49"/>
          <p:cNvSpPr txBox="1">
            <a:spLocks noGrp="1"/>
          </p:cNvSpPr>
          <p:nvPr>
            <p:ph type="subTitle" idx="6"/>
          </p:nvPr>
        </p:nvSpPr>
        <p:spPr>
          <a:xfrm>
            <a:off x="1332267" y="4942767"/>
            <a:ext cx="2268400" cy="121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26" name="Google Shape;326;p49"/>
          <p:cNvSpPr txBox="1">
            <a:spLocks noGrp="1"/>
          </p:cNvSpPr>
          <p:nvPr>
            <p:ph type="title"/>
          </p:nvPr>
        </p:nvSpPr>
        <p:spPr>
          <a:xfrm>
            <a:off x="1457100" y="422313"/>
            <a:ext cx="9269200" cy="882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27" name="Google Shape;327;p49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grpSp>
        <p:nvGrpSpPr>
          <p:cNvPr id="328" name="Google Shape;328;p49"/>
          <p:cNvGrpSpPr/>
          <p:nvPr/>
        </p:nvGrpSpPr>
        <p:grpSpPr>
          <a:xfrm>
            <a:off x="135400" y="3429218"/>
            <a:ext cx="11922568" cy="3287823"/>
            <a:chOff x="101550" y="4001975"/>
            <a:chExt cx="8941926" cy="1035600"/>
          </a:xfrm>
        </p:grpSpPr>
        <p:cxnSp>
          <p:nvCxnSpPr>
            <p:cNvPr id="329" name="Google Shape;329;p49"/>
            <p:cNvCxnSpPr/>
            <p:nvPr/>
          </p:nvCxnSpPr>
          <p:spPr>
            <a:xfrm>
              <a:off x="102576" y="5037402"/>
              <a:ext cx="8940900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30" name="Google Shape;330;p49"/>
            <p:cNvCxnSpPr/>
            <p:nvPr/>
          </p:nvCxnSpPr>
          <p:spPr>
            <a:xfrm>
              <a:off x="9042449" y="4001975"/>
              <a:ext cx="0" cy="103560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31" name="Google Shape;331;p49"/>
            <p:cNvCxnSpPr/>
            <p:nvPr/>
          </p:nvCxnSpPr>
          <p:spPr>
            <a:xfrm>
              <a:off x="101550" y="4001975"/>
              <a:ext cx="0" cy="103560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  <p:extLst>
      <p:ext uri="{BB962C8B-B14F-4D97-AF65-F5344CB8AC3E}">
        <p14:creationId xmlns:p14="http://schemas.microsoft.com/office/powerpoint/2010/main" val="3608715413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  3">
  <p:cSld name="Title and three columns  3">
    <p:spTree>
      <p:nvGrpSpPr>
        <p:cNvPr id="1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p50"/>
          <p:cNvSpPr txBox="1">
            <a:spLocks noGrp="1"/>
          </p:cNvSpPr>
          <p:nvPr>
            <p:ph type="subTitle" idx="1"/>
          </p:nvPr>
        </p:nvSpPr>
        <p:spPr>
          <a:xfrm>
            <a:off x="5829199" y="2975663"/>
            <a:ext cx="1840800" cy="4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34" name="Google Shape;334;p50"/>
          <p:cNvSpPr txBox="1">
            <a:spLocks noGrp="1"/>
          </p:cNvSpPr>
          <p:nvPr>
            <p:ph type="subTitle" idx="2"/>
          </p:nvPr>
        </p:nvSpPr>
        <p:spPr>
          <a:xfrm>
            <a:off x="5653416" y="3379200"/>
            <a:ext cx="1992000" cy="121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35" name="Google Shape;335;p50"/>
          <p:cNvSpPr txBox="1">
            <a:spLocks noGrp="1"/>
          </p:cNvSpPr>
          <p:nvPr>
            <p:ph type="subTitle" idx="3"/>
          </p:nvPr>
        </p:nvSpPr>
        <p:spPr>
          <a:xfrm>
            <a:off x="9170981" y="1311079"/>
            <a:ext cx="1838400" cy="4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36" name="Google Shape;336;p50"/>
          <p:cNvSpPr txBox="1">
            <a:spLocks noGrp="1"/>
          </p:cNvSpPr>
          <p:nvPr>
            <p:ph type="subTitle" idx="4"/>
          </p:nvPr>
        </p:nvSpPr>
        <p:spPr>
          <a:xfrm>
            <a:off x="9170984" y="5044400"/>
            <a:ext cx="1992000" cy="121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37" name="Google Shape;337;p50"/>
          <p:cNvSpPr txBox="1">
            <a:spLocks noGrp="1"/>
          </p:cNvSpPr>
          <p:nvPr>
            <p:ph type="subTitle" idx="5"/>
          </p:nvPr>
        </p:nvSpPr>
        <p:spPr>
          <a:xfrm>
            <a:off x="9170981" y="4640279"/>
            <a:ext cx="1840800" cy="414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38" name="Google Shape;338;p50"/>
          <p:cNvSpPr txBox="1">
            <a:spLocks noGrp="1"/>
          </p:cNvSpPr>
          <p:nvPr>
            <p:ph type="subTitle" idx="6"/>
          </p:nvPr>
        </p:nvSpPr>
        <p:spPr>
          <a:xfrm>
            <a:off x="9170983" y="1714600"/>
            <a:ext cx="1992000" cy="121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39" name="Google Shape;339;p50"/>
          <p:cNvSpPr txBox="1">
            <a:spLocks noGrp="1"/>
          </p:cNvSpPr>
          <p:nvPr>
            <p:ph type="title"/>
          </p:nvPr>
        </p:nvSpPr>
        <p:spPr>
          <a:xfrm>
            <a:off x="950967" y="422300"/>
            <a:ext cx="3276400" cy="217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40" name="Google Shape;340;p50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2709081183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 5">
  <p:cSld name="Title and four column 5">
    <p:spTree>
      <p:nvGrpSpPr>
        <p:cNvPr id="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51"/>
          <p:cNvSpPr txBox="1">
            <a:spLocks noGrp="1"/>
          </p:cNvSpPr>
          <p:nvPr>
            <p:ph type="subTitle" idx="1"/>
          </p:nvPr>
        </p:nvSpPr>
        <p:spPr>
          <a:xfrm>
            <a:off x="1463233" y="1892867"/>
            <a:ext cx="1838400" cy="4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43" name="Google Shape;343;p51"/>
          <p:cNvSpPr txBox="1">
            <a:spLocks noGrp="1"/>
          </p:cNvSpPr>
          <p:nvPr>
            <p:ph type="subTitle" idx="2"/>
          </p:nvPr>
        </p:nvSpPr>
        <p:spPr>
          <a:xfrm>
            <a:off x="654833" y="2360807"/>
            <a:ext cx="2646800" cy="121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44" name="Google Shape;344;p51"/>
          <p:cNvSpPr txBox="1">
            <a:spLocks noGrp="1"/>
          </p:cNvSpPr>
          <p:nvPr>
            <p:ph type="subTitle" idx="3"/>
          </p:nvPr>
        </p:nvSpPr>
        <p:spPr>
          <a:xfrm>
            <a:off x="1463233" y="3559833"/>
            <a:ext cx="1838400" cy="4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45" name="Google Shape;345;p51"/>
          <p:cNvSpPr txBox="1">
            <a:spLocks noGrp="1"/>
          </p:cNvSpPr>
          <p:nvPr>
            <p:ph type="subTitle" idx="4"/>
          </p:nvPr>
        </p:nvSpPr>
        <p:spPr>
          <a:xfrm>
            <a:off x="656033" y="4029961"/>
            <a:ext cx="2645600" cy="121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46" name="Google Shape;346;p51"/>
          <p:cNvSpPr txBox="1">
            <a:spLocks noGrp="1"/>
          </p:cNvSpPr>
          <p:nvPr>
            <p:ph type="subTitle" idx="5"/>
          </p:nvPr>
        </p:nvSpPr>
        <p:spPr>
          <a:xfrm>
            <a:off x="8917403" y="1892867"/>
            <a:ext cx="1838400" cy="4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47" name="Google Shape;347;p51"/>
          <p:cNvSpPr txBox="1">
            <a:spLocks noGrp="1"/>
          </p:cNvSpPr>
          <p:nvPr>
            <p:ph type="subTitle" idx="6"/>
          </p:nvPr>
        </p:nvSpPr>
        <p:spPr>
          <a:xfrm>
            <a:off x="8917403" y="2357275"/>
            <a:ext cx="2646800" cy="121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48" name="Google Shape;348;p51"/>
          <p:cNvSpPr txBox="1">
            <a:spLocks noGrp="1"/>
          </p:cNvSpPr>
          <p:nvPr>
            <p:ph type="subTitle" idx="7"/>
          </p:nvPr>
        </p:nvSpPr>
        <p:spPr>
          <a:xfrm>
            <a:off x="8890777" y="3556417"/>
            <a:ext cx="1838400" cy="4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49" name="Google Shape;349;p51"/>
          <p:cNvSpPr txBox="1">
            <a:spLocks noGrp="1"/>
          </p:cNvSpPr>
          <p:nvPr>
            <p:ph type="subTitle" idx="8"/>
          </p:nvPr>
        </p:nvSpPr>
        <p:spPr>
          <a:xfrm>
            <a:off x="8890777" y="4031069"/>
            <a:ext cx="2645600" cy="121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50" name="Google Shape;350;p51"/>
          <p:cNvSpPr txBox="1">
            <a:spLocks noGrp="1"/>
          </p:cNvSpPr>
          <p:nvPr>
            <p:ph type="title"/>
          </p:nvPr>
        </p:nvSpPr>
        <p:spPr>
          <a:xfrm>
            <a:off x="3574227" y="590255"/>
            <a:ext cx="5112400" cy="79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51" name="Google Shape;351;p51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2208572609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 6">
  <p:cSld name="Title and four column 6">
    <p:spTree>
      <p:nvGrpSpPr>
        <p:cNvPr id="1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Google Shape;353;p52"/>
          <p:cNvSpPr/>
          <p:nvPr/>
        </p:nvSpPr>
        <p:spPr>
          <a:xfrm rot="-5400000">
            <a:off x="6930367" y="699933"/>
            <a:ext cx="4632400" cy="6125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</a:endParaRPr>
          </a:p>
        </p:txBody>
      </p:sp>
      <p:sp>
        <p:nvSpPr>
          <p:cNvPr id="354" name="Google Shape;354;p52"/>
          <p:cNvSpPr txBox="1">
            <a:spLocks noGrp="1"/>
          </p:cNvSpPr>
          <p:nvPr>
            <p:ph type="subTitle" idx="1"/>
          </p:nvPr>
        </p:nvSpPr>
        <p:spPr>
          <a:xfrm>
            <a:off x="7166067" y="4065701"/>
            <a:ext cx="1838400" cy="4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55" name="Google Shape;355;p52"/>
          <p:cNvSpPr txBox="1">
            <a:spLocks noGrp="1"/>
          </p:cNvSpPr>
          <p:nvPr>
            <p:ph type="subTitle" idx="2"/>
          </p:nvPr>
        </p:nvSpPr>
        <p:spPr>
          <a:xfrm>
            <a:off x="6795000" y="4559565"/>
            <a:ext cx="2048400" cy="86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56" name="Google Shape;356;p52"/>
          <p:cNvSpPr txBox="1">
            <a:spLocks noGrp="1"/>
          </p:cNvSpPr>
          <p:nvPr>
            <p:ph type="subTitle" idx="3"/>
          </p:nvPr>
        </p:nvSpPr>
        <p:spPr>
          <a:xfrm>
            <a:off x="9427184" y="4065701"/>
            <a:ext cx="1838400" cy="4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57" name="Google Shape;357;p52"/>
          <p:cNvSpPr txBox="1">
            <a:spLocks noGrp="1"/>
          </p:cNvSpPr>
          <p:nvPr>
            <p:ph type="subTitle" idx="4"/>
          </p:nvPr>
        </p:nvSpPr>
        <p:spPr>
          <a:xfrm>
            <a:off x="9042203" y="4535833"/>
            <a:ext cx="2048400" cy="86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58" name="Google Shape;358;p52"/>
          <p:cNvSpPr txBox="1">
            <a:spLocks noGrp="1"/>
          </p:cNvSpPr>
          <p:nvPr>
            <p:ph type="subTitle" idx="5"/>
          </p:nvPr>
        </p:nvSpPr>
        <p:spPr>
          <a:xfrm>
            <a:off x="9446744" y="2259247"/>
            <a:ext cx="1838400" cy="4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59" name="Google Shape;359;p52"/>
          <p:cNvSpPr txBox="1">
            <a:spLocks noGrp="1"/>
          </p:cNvSpPr>
          <p:nvPr>
            <p:ph type="subTitle" idx="6"/>
          </p:nvPr>
        </p:nvSpPr>
        <p:spPr>
          <a:xfrm>
            <a:off x="6795003" y="2753112"/>
            <a:ext cx="2048400" cy="86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60" name="Google Shape;360;p52"/>
          <p:cNvSpPr txBox="1">
            <a:spLocks noGrp="1"/>
          </p:cNvSpPr>
          <p:nvPr>
            <p:ph type="subTitle" idx="7"/>
          </p:nvPr>
        </p:nvSpPr>
        <p:spPr>
          <a:xfrm>
            <a:off x="7183211" y="2259232"/>
            <a:ext cx="1838400" cy="4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61" name="Google Shape;361;p52"/>
          <p:cNvSpPr txBox="1">
            <a:spLocks noGrp="1"/>
          </p:cNvSpPr>
          <p:nvPr>
            <p:ph type="subTitle" idx="8"/>
          </p:nvPr>
        </p:nvSpPr>
        <p:spPr>
          <a:xfrm>
            <a:off x="9059628" y="2753107"/>
            <a:ext cx="2042800" cy="86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62" name="Google Shape;362;p52"/>
          <p:cNvSpPr txBox="1">
            <a:spLocks noGrp="1"/>
          </p:cNvSpPr>
          <p:nvPr>
            <p:ph type="title"/>
          </p:nvPr>
        </p:nvSpPr>
        <p:spPr>
          <a:xfrm>
            <a:off x="967367" y="590267"/>
            <a:ext cx="3776800" cy="79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63" name="Google Shape;363;p52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cxnSp>
        <p:nvCxnSpPr>
          <p:cNvPr id="364" name="Google Shape;364;p52"/>
          <p:cNvCxnSpPr/>
          <p:nvPr/>
        </p:nvCxnSpPr>
        <p:spPr>
          <a:xfrm>
            <a:off x="12060400" y="1452733"/>
            <a:ext cx="0" cy="46264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1697107665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 7">
  <p:cSld name="Title and four column 7">
    <p:spTree>
      <p:nvGrpSpPr>
        <p:cNvPr id="1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p53"/>
          <p:cNvSpPr txBox="1">
            <a:spLocks noGrp="1"/>
          </p:cNvSpPr>
          <p:nvPr>
            <p:ph type="subTitle" idx="1"/>
          </p:nvPr>
        </p:nvSpPr>
        <p:spPr>
          <a:xfrm>
            <a:off x="5189356" y="2161484"/>
            <a:ext cx="1838400" cy="4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67" name="Google Shape;367;p53"/>
          <p:cNvSpPr txBox="1">
            <a:spLocks noGrp="1"/>
          </p:cNvSpPr>
          <p:nvPr>
            <p:ph type="subTitle" idx="2"/>
          </p:nvPr>
        </p:nvSpPr>
        <p:spPr>
          <a:xfrm>
            <a:off x="892385" y="1990385"/>
            <a:ext cx="2350800" cy="121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68" name="Google Shape;368;p53"/>
          <p:cNvSpPr txBox="1">
            <a:spLocks noGrp="1"/>
          </p:cNvSpPr>
          <p:nvPr>
            <p:ph type="subTitle" idx="3"/>
          </p:nvPr>
        </p:nvSpPr>
        <p:spPr>
          <a:xfrm>
            <a:off x="5176800" y="3653100"/>
            <a:ext cx="1838400" cy="4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69" name="Google Shape;369;p53"/>
          <p:cNvSpPr txBox="1">
            <a:spLocks noGrp="1"/>
          </p:cNvSpPr>
          <p:nvPr>
            <p:ph type="subTitle" idx="4"/>
          </p:nvPr>
        </p:nvSpPr>
        <p:spPr>
          <a:xfrm>
            <a:off x="889985" y="3471496"/>
            <a:ext cx="2353200" cy="121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70" name="Google Shape;370;p53"/>
          <p:cNvSpPr txBox="1">
            <a:spLocks noGrp="1"/>
          </p:cNvSpPr>
          <p:nvPr>
            <p:ph type="subTitle" idx="5"/>
          </p:nvPr>
        </p:nvSpPr>
        <p:spPr>
          <a:xfrm>
            <a:off x="5189356" y="2905351"/>
            <a:ext cx="1838400" cy="4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71" name="Google Shape;371;p53"/>
          <p:cNvSpPr txBox="1">
            <a:spLocks noGrp="1"/>
          </p:cNvSpPr>
          <p:nvPr>
            <p:ph type="subTitle" idx="6"/>
          </p:nvPr>
        </p:nvSpPr>
        <p:spPr>
          <a:xfrm>
            <a:off x="8948815" y="2699720"/>
            <a:ext cx="2353200" cy="121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72" name="Google Shape;372;p53"/>
          <p:cNvSpPr txBox="1">
            <a:spLocks noGrp="1"/>
          </p:cNvSpPr>
          <p:nvPr>
            <p:ph type="subTitle" idx="7"/>
          </p:nvPr>
        </p:nvSpPr>
        <p:spPr>
          <a:xfrm>
            <a:off x="5176800" y="4391485"/>
            <a:ext cx="1838400" cy="4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73" name="Google Shape;373;p53"/>
          <p:cNvSpPr txBox="1">
            <a:spLocks noGrp="1"/>
          </p:cNvSpPr>
          <p:nvPr>
            <p:ph type="subTitle" idx="8"/>
          </p:nvPr>
        </p:nvSpPr>
        <p:spPr>
          <a:xfrm>
            <a:off x="8948815" y="4233403"/>
            <a:ext cx="2353200" cy="121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74" name="Google Shape;374;p53"/>
          <p:cNvSpPr txBox="1">
            <a:spLocks noGrp="1"/>
          </p:cNvSpPr>
          <p:nvPr>
            <p:ph type="title"/>
          </p:nvPr>
        </p:nvSpPr>
        <p:spPr>
          <a:xfrm>
            <a:off x="3539800" y="428209"/>
            <a:ext cx="5112400" cy="79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75" name="Google Shape;375;p53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1460609209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 8">
  <p:cSld name="Title and four column 8">
    <p:spTree>
      <p:nvGrpSpPr>
        <p:cNvPr id="1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54"/>
          <p:cNvSpPr txBox="1">
            <a:spLocks noGrp="1"/>
          </p:cNvSpPr>
          <p:nvPr>
            <p:ph type="subTitle" idx="1"/>
          </p:nvPr>
        </p:nvSpPr>
        <p:spPr>
          <a:xfrm>
            <a:off x="3872447" y="2414015"/>
            <a:ext cx="1838400" cy="4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78" name="Google Shape;378;p54"/>
          <p:cNvSpPr txBox="1">
            <a:spLocks noGrp="1"/>
          </p:cNvSpPr>
          <p:nvPr>
            <p:ph type="subTitle" idx="2"/>
          </p:nvPr>
        </p:nvSpPr>
        <p:spPr>
          <a:xfrm>
            <a:off x="7884800" y="2245539"/>
            <a:ext cx="3364800" cy="73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79" name="Google Shape;379;p54"/>
          <p:cNvSpPr txBox="1">
            <a:spLocks noGrp="1"/>
          </p:cNvSpPr>
          <p:nvPr>
            <p:ph type="subTitle" idx="3"/>
          </p:nvPr>
        </p:nvSpPr>
        <p:spPr>
          <a:xfrm>
            <a:off x="3872447" y="3980053"/>
            <a:ext cx="1838400" cy="4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80" name="Google Shape;380;p54"/>
          <p:cNvSpPr txBox="1">
            <a:spLocks noGrp="1"/>
          </p:cNvSpPr>
          <p:nvPr>
            <p:ph type="subTitle" idx="4"/>
          </p:nvPr>
        </p:nvSpPr>
        <p:spPr>
          <a:xfrm>
            <a:off x="7884800" y="4603868"/>
            <a:ext cx="3364800" cy="73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81" name="Google Shape;381;p54"/>
          <p:cNvSpPr txBox="1">
            <a:spLocks noGrp="1"/>
          </p:cNvSpPr>
          <p:nvPr>
            <p:ph type="subTitle" idx="5"/>
          </p:nvPr>
        </p:nvSpPr>
        <p:spPr>
          <a:xfrm>
            <a:off x="3872447" y="3197033"/>
            <a:ext cx="1838400" cy="4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82" name="Google Shape;382;p54"/>
          <p:cNvSpPr txBox="1">
            <a:spLocks noGrp="1"/>
          </p:cNvSpPr>
          <p:nvPr>
            <p:ph type="subTitle" idx="6"/>
          </p:nvPr>
        </p:nvSpPr>
        <p:spPr>
          <a:xfrm>
            <a:off x="7884800" y="3031649"/>
            <a:ext cx="3368400" cy="73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83" name="Google Shape;383;p54"/>
          <p:cNvSpPr txBox="1">
            <a:spLocks noGrp="1"/>
          </p:cNvSpPr>
          <p:nvPr>
            <p:ph type="subTitle" idx="7"/>
          </p:nvPr>
        </p:nvSpPr>
        <p:spPr>
          <a:xfrm>
            <a:off x="3872447" y="4763072"/>
            <a:ext cx="1838400" cy="4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84" name="Google Shape;384;p54"/>
          <p:cNvSpPr txBox="1">
            <a:spLocks noGrp="1"/>
          </p:cNvSpPr>
          <p:nvPr>
            <p:ph type="subTitle" idx="8"/>
          </p:nvPr>
        </p:nvSpPr>
        <p:spPr>
          <a:xfrm>
            <a:off x="7884800" y="3817759"/>
            <a:ext cx="3368400" cy="73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85" name="Google Shape;385;p54"/>
          <p:cNvSpPr txBox="1">
            <a:spLocks noGrp="1"/>
          </p:cNvSpPr>
          <p:nvPr>
            <p:ph type="title"/>
          </p:nvPr>
        </p:nvSpPr>
        <p:spPr>
          <a:xfrm>
            <a:off x="6140800" y="428209"/>
            <a:ext cx="5112400" cy="79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86" name="Google Shape;386;p54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2247533548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 9">
  <p:cSld name="Title and four column 9">
    <p:spTree>
      <p:nvGrpSpPr>
        <p:cNvPr id="1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p55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389" name="Google Shape;389;p55"/>
          <p:cNvSpPr/>
          <p:nvPr/>
        </p:nvSpPr>
        <p:spPr>
          <a:xfrm>
            <a:off x="0" y="3420236"/>
            <a:ext cx="12192000" cy="3428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</a:endParaRPr>
          </a:p>
        </p:txBody>
      </p:sp>
      <p:grpSp>
        <p:nvGrpSpPr>
          <p:cNvPr id="390" name="Google Shape;390;p55"/>
          <p:cNvGrpSpPr/>
          <p:nvPr/>
        </p:nvGrpSpPr>
        <p:grpSpPr>
          <a:xfrm>
            <a:off x="135400" y="3420233"/>
            <a:ext cx="11922568" cy="3296400"/>
            <a:chOff x="101550" y="2565175"/>
            <a:chExt cx="8941926" cy="2472300"/>
          </a:xfrm>
        </p:grpSpPr>
        <p:cxnSp>
          <p:nvCxnSpPr>
            <p:cNvPr id="391" name="Google Shape;391;p55"/>
            <p:cNvCxnSpPr/>
            <p:nvPr/>
          </p:nvCxnSpPr>
          <p:spPr>
            <a:xfrm>
              <a:off x="102576" y="5037300"/>
              <a:ext cx="8940900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92" name="Google Shape;392;p55"/>
            <p:cNvCxnSpPr/>
            <p:nvPr/>
          </p:nvCxnSpPr>
          <p:spPr>
            <a:xfrm>
              <a:off x="9042450" y="2565175"/>
              <a:ext cx="0" cy="247230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93" name="Google Shape;393;p55"/>
            <p:cNvCxnSpPr/>
            <p:nvPr/>
          </p:nvCxnSpPr>
          <p:spPr>
            <a:xfrm>
              <a:off x="101550" y="2565175"/>
              <a:ext cx="0" cy="247230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394" name="Google Shape;394;p55"/>
          <p:cNvSpPr txBox="1">
            <a:spLocks noGrp="1"/>
          </p:cNvSpPr>
          <p:nvPr>
            <p:ph type="subTitle" idx="1"/>
          </p:nvPr>
        </p:nvSpPr>
        <p:spPr>
          <a:xfrm>
            <a:off x="874900" y="4235909"/>
            <a:ext cx="2350800" cy="121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95" name="Google Shape;395;p55"/>
          <p:cNvSpPr txBox="1">
            <a:spLocks noGrp="1"/>
          </p:cNvSpPr>
          <p:nvPr>
            <p:ph type="subTitle" idx="2"/>
          </p:nvPr>
        </p:nvSpPr>
        <p:spPr>
          <a:xfrm>
            <a:off x="3577767" y="4235909"/>
            <a:ext cx="2353200" cy="121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396" name="Google Shape;396;p55"/>
          <p:cNvSpPr txBox="1">
            <a:spLocks noGrp="1"/>
          </p:cNvSpPr>
          <p:nvPr>
            <p:ph type="subTitle" idx="3"/>
          </p:nvPr>
        </p:nvSpPr>
        <p:spPr>
          <a:xfrm>
            <a:off x="8967500" y="4235909"/>
            <a:ext cx="2353200" cy="121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397" name="Google Shape;397;p55"/>
          <p:cNvSpPr txBox="1">
            <a:spLocks noGrp="1"/>
          </p:cNvSpPr>
          <p:nvPr>
            <p:ph type="subTitle" idx="4"/>
          </p:nvPr>
        </p:nvSpPr>
        <p:spPr>
          <a:xfrm>
            <a:off x="6280377" y="4235909"/>
            <a:ext cx="2353200" cy="121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98" name="Google Shape;398;p55"/>
          <p:cNvSpPr txBox="1">
            <a:spLocks noGrp="1"/>
          </p:cNvSpPr>
          <p:nvPr>
            <p:ph type="title"/>
          </p:nvPr>
        </p:nvSpPr>
        <p:spPr>
          <a:xfrm>
            <a:off x="2376484" y="428200"/>
            <a:ext cx="7440400" cy="84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69562360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 10">
  <p:cSld name="Title and four column 10">
    <p:bg>
      <p:bgPr>
        <a:solidFill>
          <a:schemeClr val="dk1"/>
        </a:solidFill>
        <a:effectLst/>
      </p:bgPr>
    </p:bg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56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401" name="Google Shape;401;p56"/>
          <p:cNvSpPr txBox="1">
            <a:spLocks noGrp="1"/>
          </p:cNvSpPr>
          <p:nvPr>
            <p:ph type="subTitle" idx="1"/>
          </p:nvPr>
        </p:nvSpPr>
        <p:spPr>
          <a:xfrm>
            <a:off x="6946767" y="3827563"/>
            <a:ext cx="2350800" cy="121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02" name="Google Shape;402;p56"/>
          <p:cNvSpPr txBox="1">
            <a:spLocks noGrp="1"/>
          </p:cNvSpPr>
          <p:nvPr>
            <p:ph type="subTitle" idx="2"/>
          </p:nvPr>
        </p:nvSpPr>
        <p:spPr>
          <a:xfrm>
            <a:off x="6946767" y="5170451"/>
            <a:ext cx="2353200" cy="121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03" name="Google Shape;403;p56"/>
          <p:cNvSpPr txBox="1">
            <a:spLocks noGrp="1"/>
          </p:cNvSpPr>
          <p:nvPr>
            <p:ph type="subTitle" idx="3"/>
          </p:nvPr>
        </p:nvSpPr>
        <p:spPr>
          <a:xfrm>
            <a:off x="6946767" y="1116617"/>
            <a:ext cx="2353200" cy="121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04" name="Google Shape;404;p56"/>
          <p:cNvSpPr txBox="1">
            <a:spLocks noGrp="1"/>
          </p:cNvSpPr>
          <p:nvPr>
            <p:ph type="subTitle" idx="4"/>
          </p:nvPr>
        </p:nvSpPr>
        <p:spPr>
          <a:xfrm>
            <a:off x="6946767" y="2466427"/>
            <a:ext cx="2353200" cy="121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05" name="Google Shape;405;p56"/>
          <p:cNvSpPr txBox="1">
            <a:spLocks noGrp="1"/>
          </p:cNvSpPr>
          <p:nvPr>
            <p:ph type="title"/>
          </p:nvPr>
        </p:nvSpPr>
        <p:spPr>
          <a:xfrm>
            <a:off x="950967" y="2434305"/>
            <a:ext cx="3907200" cy="195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300"/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441902939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 11">
  <p:cSld name="Title and four column 11">
    <p:spTree>
      <p:nvGrpSpPr>
        <p:cNvPr id="1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57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408" name="Google Shape;408;p57"/>
          <p:cNvSpPr/>
          <p:nvPr/>
        </p:nvSpPr>
        <p:spPr>
          <a:xfrm rot="-5400000">
            <a:off x="1055000" y="2209633"/>
            <a:ext cx="3015600" cy="5082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</a:endParaRPr>
          </a:p>
        </p:txBody>
      </p:sp>
      <p:sp>
        <p:nvSpPr>
          <p:cNvPr id="409" name="Google Shape;409;p57"/>
          <p:cNvSpPr/>
          <p:nvPr/>
        </p:nvSpPr>
        <p:spPr>
          <a:xfrm rot="-5400000">
            <a:off x="8134168" y="-332400"/>
            <a:ext cx="3015600" cy="5120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</a:endParaRPr>
          </a:p>
        </p:txBody>
      </p:sp>
      <p:cxnSp>
        <p:nvCxnSpPr>
          <p:cNvPr id="410" name="Google Shape;410;p57"/>
          <p:cNvCxnSpPr/>
          <p:nvPr/>
        </p:nvCxnSpPr>
        <p:spPr>
          <a:xfrm rot="10800000">
            <a:off x="136233" y="3247000"/>
            <a:ext cx="0" cy="300880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11" name="Google Shape;411;p57"/>
          <p:cNvCxnSpPr/>
          <p:nvPr/>
        </p:nvCxnSpPr>
        <p:spPr>
          <a:xfrm rot="10800000">
            <a:off x="12056600" y="723400"/>
            <a:ext cx="0" cy="300880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12" name="Google Shape;412;p57"/>
          <p:cNvSpPr txBox="1">
            <a:spLocks noGrp="1"/>
          </p:cNvSpPr>
          <p:nvPr>
            <p:ph type="subTitle" idx="1"/>
          </p:nvPr>
        </p:nvSpPr>
        <p:spPr>
          <a:xfrm>
            <a:off x="851616" y="4927941"/>
            <a:ext cx="1838400" cy="4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413" name="Google Shape;413;p57"/>
          <p:cNvSpPr txBox="1">
            <a:spLocks noGrp="1"/>
          </p:cNvSpPr>
          <p:nvPr>
            <p:ph type="subTitle" idx="2"/>
          </p:nvPr>
        </p:nvSpPr>
        <p:spPr>
          <a:xfrm>
            <a:off x="851600" y="3989953"/>
            <a:ext cx="3766000" cy="58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14" name="Google Shape;414;p57"/>
          <p:cNvSpPr txBox="1">
            <a:spLocks noGrp="1"/>
          </p:cNvSpPr>
          <p:nvPr>
            <p:ph type="subTitle" idx="3"/>
          </p:nvPr>
        </p:nvSpPr>
        <p:spPr>
          <a:xfrm>
            <a:off x="851616" y="3611789"/>
            <a:ext cx="1838400" cy="4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415" name="Google Shape;415;p57"/>
          <p:cNvSpPr txBox="1">
            <a:spLocks noGrp="1"/>
          </p:cNvSpPr>
          <p:nvPr>
            <p:ph type="subTitle" idx="4"/>
          </p:nvPr>
        </p:nvSpPr>
        <p:spPr>
          <a:xfrm>
            <a:off x="851600" y="5305817"/>
            <a:ext cx="3767200" cy="58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16" name="Google Shape;416;p57"/>
          <p:cNvSpPr txBox="1">
            <a:spLocks noGrp="1"/>
          </p:cNvSpPr>
          <p:nvPr>
            <p:ph type="subTitle" idx="5"/>
          </p:nvPr>
        </p:nvSpPr>
        <p:spPr>
          <a:xfrm>
            <a:off x="7545517" y="1090107"/>
            <a:ext cx="1838400" cy="4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417" name="Google Shape;417;p57"/>
          <p:cNvSpPr txBox="1">
            <a:spLocks noGrp="1"/>
          </p:cNvSpPr>
          <p:nvPr>
            <p:ph type="subTitle" idx="6"/>
          </p:nvPr>
        </p:nvSpPr>
        <p:spPr>
          <a:xfrm>
            <a:off x="7545517" y="2780280"/>
            <a:ext cx="3767200" cy="58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18" name="Google Shape;418;p57"/>
          <p:cNvSpPr txBox="1">
            <a:spLocks noGrp="1"/>
          </p:cNvSpPr>
          <p:nvPr>
            <p:ph type="subTitle" idx="7"/>
          </p:nvPr>
        </p:nvSpPr>
        <p:spPr>
          <a:xfrm>
            <a:off x="7545517" y="2405528"/>
            <a:ext cx="1838400" cy="4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419" name="Google Shape;419;p57"/>
          <p:cNvSpPr txBox="1">
            <a:spLocks noGrp="1"/>
          </p:cNvSpPr>
          <p:nvPr>
            <p:ph type="subTitle" idx="8"/>
          </p:nvPr>
        </p:nvSpPr>
        <p:spPr>
          <a:xfrm>
            <a:off x="7545517" y="1467288"/>
            <a:ext cx="3767200" cy="58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20" name="Google Shape;420;p57"/>
          <p:cNvSpPr txBox="1">
            <a:spLocks noGrp="1"/>
          </p:cNvSpPr>
          <p:nvPr>
            <p:ph type="title"/>
          </p:nvPr>
        </p:nvSpPr>
        <p:spPr>
          <a:xfrm>
            <a:off x="819249" y="428792"/>
            <a:ext cx="5112400" cy="79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549114789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 12">
  <p:cSld name="Title and four column 12">
    <p:spTree>
      <p:nvGrpSpPr>
        <p:cNvPr id="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p58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423" name="Google Shape;423;p58"/>
          <p:cNvSpPr txBox="1">
            <a:spLocks noGrp="1"/>
          </p:cNvSpPr>
          <p:nvPr>
            <p:ph type="subTitle" idx="1"/>
          </p:nvPr>
        </p:nvSpPr>
        <p:spPr>
          <a:xfrm>
            <a:off x="3792049" y="2317781"/>
            <a:ext cx="1838400" cy="4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424" name="Google Shape;424;p58"/>
          <p:cNvSpPr txBox="1">
            <a:spLocks noGrp="1"/>
          </p:cNvSpPr>
          <p:nvPr>
            <p:ph type="subTitle" idx="2"/>
          </p:nvPr>
        </p:nvSpPr>
        <p:spPr>
          <a:xfrm>
            <a:off x="1022500" y="2813593"/>
            <a:ext cx="1840800" cy="58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25" name="Google Shape;425;p58"/>
          <p:cNvSpPr txBox="1">
            <a:spLocks noGrp="1"/>
          </p:cNvSpPr>
          <p:nvPr>
            <p:ph type="subTitle" idx="3"/>
          </p:nvPr>
        </p:nvSpPr>
        <p:spPr>
          <a:xfrm>
            <a:off x="1022516" y="2317796"/>
            <a:ext cx="1838400" cy="4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426" name="Google Shape;426;p58"/>
          <p:cNvSpPr txBox="1">
            <a:spLocks noGrp="1"/>
          </p:cNvSpPr>
          <p:nvPr>
            <p:ph type="subTitle" idx="4"/>
          </p:nvPr>
        </p:nvSpPr>
        <p:spPr>
          <a:xfrm>
            <a:off x="3792033" y="2813291"/>
            <a:ext cx="1840800" cy="58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27" name="Google Shape;427;p58"/>
          <p:cNvSpPr txBox="1">
            <a:spLocks noGrp="1"/>
          </p:cNvSpPr>
          <p:nvPr>
            <p:ph type="subTitle" idx="5"/>
          </p:nvPr>
        </p:nvSpPr>
        <p:spPr>
          <a:xfrm>
            <a:off x="6559151" y="2317795"/>
            <a:ext cx="1838400" cy="4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428" name="Google Shape;428;p58"/>
          <p:cNvSpPr txBox="1">
            <a:spLocks noGrp="1"/>
          </p:cNvSpPr>
          <p:nvPr>
            <p:ph type="subTitle" idx="6"/>
          </p:nvPr>
        </p:nvSpPr>
        <p:spPr>
          <a:xfrm>
            <a:off x="9328684" y="2810168"/>
            <a:ext cx="1840800" cy="58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29" name="Google Shape;429;p58"/>
          <p:cNvSpPr txBox="1">
            <a:spLocks noGrp="1"/>
          </p:cNvSpPr>
          <p:nvPr>
            <p:ph type="subTitle" idx="7"/>
          </p:nvPr>
        </p:nvSpPr>
        <p:spPr>
          <a:xfrm>
            <a:off x="9328684" y="2317781"/>
            <a:ext cx="1838400" cy="4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430" name="Google Shape;430;p58"/>
          <p:cNvSpPr txBox="1">
            <a:spLocks noGrp="1"/>
          </p:cNvSpPr>
          <p:nvPr>
            <p:ph type="subTitle" idx="8"/>
          </p:nvPr>
        </p:nvSpPr>
        <p:spPr>
          <a:xfrm>
            <a:off x="6559151" y="2812609"/>
            <a:ext cx="1840800" cy="58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31" name="Google Shape;431;p58"/>
          <p:cNvSpPr txBox="1">
            <a:spLocks noGrp="1"/>
          </p:cNvSpPr>
          <p:nvPr>
            <p:ph type="title"/>
          </p:nvPr>
        </p:nvSpPr>
        <p:spPr>
          <a:xfrm>
            <a:off x="3539800" y="428792"/>
            <a:ext cx="5112400" cy="79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841537268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Thanks">
    <p:spTree>
      <p:nvGrpSpPr>
        <p:cNvPr id="1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Google Shape;433;p59"/>
          <p:cNvSpPr/>
          <p:nvPr/>
        </p:nvSpPr>
        <p:spPr>
          <a:xfrm>
            <a:off x="166933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434" name="Google Shape;434;p59"/>
          <p:cNvSpPr/>
          <p:nvPr/>
        </p:nvSpPr>
        <p:spPr>
          <a:xfrm>
            <a:off x="3550533" y="2326967"/>
            <a:ext cx="5154000" cy="4614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435" name="Google Shape;435;p59"/>
          <p:cNvSpPr txBox="1"/>
          <p:nvPr/>
        </p:nvSpPr>
        <p:spPr>
          <a:xfrm>
            <a:off x="4415000" y="5021067"/>
            <a:ext cx="3362000" cy="80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467">
                <a:solidFill>
                  <a:schemeClr val="lt1"/>
                </a:solidFill>
                <a:latin typeface="Overpass ExtraLight"/>
                <a:ea typeface="Overpass ExtraLight"/>
                <a:cs typeface="Overpass ExtraLight"/>
                <a:sym typeface="Overpass ExtraLight"/>
              </a:rPr>
              <a:t>CREDITS: This presentation template was created by</a:t>
            </a:r>
            <a:r>
              <a:rPr lang="en" sz="1467" b="1"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rPr>
              <a:t> Slidesgo</a:t>
            </a:r>
            <a:r>
              <a:rPr lang="en" sz="1467">
                <a:solidFill>
                  <a:schemeClr val="lt1"/>
                </a:solidFill>
                <a:latin typeface="Overpass ExtraLight"/>
                <a:ea typeface="Overpass ExtraLight"/>
                <a:cs typeface="Overpass ExtraLight"/>
                <a:sym typeface="Overpass ExtraLight"/>
              </a:rPr>
              <a:t>, including icons by </a:t>
            </a:r>
            <a:r>
              <a:rPr lang="en" sz="1467" b="1"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rPr>
              <a:t>Flaticon,</a:t>
            </a:r>
            <a:r>
              <a:rPr lang="en" sz="1467">
                <a:solidFill>
                  <a:schemeClr val="lt1"/>
                </a:solidFill>
                <a:latin typeface="Overpass ExtraLight"/>
                <a:ea typeface="Overpass ExtraLight"/>
                <a:cs typeface="Overpass ExtraLight"/>
                <a:sym typeface="Overpass ExtraLight"/>
              </a:rPr>
              <a:t> and infographics &amp; images by </a:t>
            </a:r>
            <a:r>
              <a:rPr lang="en" sz="1467" b="1"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rPr>
              <a:t>Freepik. </a:t>
            </a:r>
            <a:endParaRPr sz="1467" b="1">
              <a:solidFill>
                <a:schemeClr val="lt1"/>
              </a:solidFill>
              <a:latin typeface="Overpass"/>
              <a:ea typeface="Overpass"/>
              <a:cs typeface="Overpass"/>
              <a:sym typeface="Overpass"/>
            </a:endParaRPr>
          </a:p>
        </p:txBody>
      </p:sp>
      <p:sp>
        <p:nvSpPr>
          <p:cNvPr id="436" name="Google Shape;436;p59"/>
          <p:cNvSpPr txBox="1">
            <a:spLocks noGrp="1"/>
          </p:cNvSpPr>
          <p:nvPr>
            <p:ph type="title"/>
          </p:nvPr>
        </p:nvSpPr>
        <p:spPr>
          <a:xfrm>
            <a:off x="3574033" y="884121"/>
            <a:ext cx="5112400" cy="1382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300"/>
              <a:buNone/>
              <a:defRPr sz="10666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37" name="Google Shape;437;p59"/>
          <p:cNvSpPr txBox="1">
            <a:spLocks noGrp="1"/>
          </p:cNvSpPr>
          <p:nvPr>
            <p:ph type="subTitle" idx="1"/>
          </p:nvPr>
        </p:nvSpPr>
        <p:spPr>
          <a:xfrm>
            <a:off x="3697467" y="2530705"/>
            <a:ext cx="4762000" cy="161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2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2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2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2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2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2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2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2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cxnSp>
        <p:nvCxnSpPr>
          <p:cNvPr id="438" name="Google Shape;438;p59"/>
          <p:cNvCxnSpPr/>
          <p:nvPr/>
        </p:nvCxnSpPr>
        <p:spPr>
          <a:xfrm>
            <a:off x="3548417" y="6716400"/>
            <a:ext cx="51636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4118114592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Background 1">
    <p:bg>
      <p:bgPr>
        <a:solidFill>
          <a:schemeClr val="dk1"/>
        </a:solidFill>
        <a:effectLst/>
      </p:bgPr>
    </p:bg>
    <p:spTree>
      <p:nvGrpSpPr>
        <p:cNvPr id="1" name="Shape 4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p60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1557437323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2">
  <p:cSld name="Background 2">
    <p:spTree>
      <p:nvGrpSpPr>
        <p:cNvPr id="1" name="Shape 4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Google Shape;442;p61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443" name="Google Shape;443;p61"/>
          <p:cNvSpPr txBox="1">
            <a:spLocks noGrp="1"/>
          </p:cNvSpPr>
          <p:nvPr>
            <p:ph type="subTitle" idx="1"/>
          </p:nvPr>
        </p:nvSpPr>
        <p:spPr>
          <a:xfrm>
            <a:off x="3792049" y="2317781"/>
            <a:ext cx="1838400" cy="4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444" name="Google Shape;444;p61"/>
          <p:cNvSpPr txBox="1">
            <a:spLocks noGrp="1"/>
          </p:cNvSpPr>
          <p:nvPr>
            <p:ph type="subTitle" idx="2"/>
          </p:nvPr>
        </p:nvSpPr>
        <p:spPr>
          <a:xfrm>
            <a:off x="1022500" y="2813593"/>
            <a:ext cx="1840800" cy="58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45" name="Google Shape;445;p61"/>
          <p:cNvSpPr txBox="1">
            <a:spLocks noGrp="1"/>
          </p:cNvSpPr>
          <p:nvPr>
            <p:ph type="subTitle" idx="3"/>
          </p:nvPr>
        </p:nvSpPr>
        <p:spPr>
          <a:xfrm>
            <a:off x="1022516" y="2317796"/>
            <a:ext cx="1838400" cy="4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446" name="Google Shape;446;p61"/>
          <p:cNvSpPr txBox="1">
            <a:spLocks noGrp="1"/>
          </p:cNvSpPr>
          <p:nvPr>
            <p:ph type="subTitle" idx="4"/>
          </p:nvPr>
        </p:nvSpPr>
        <p:spPr>
          <a:xfrm>
            <a:off x="3792033" y="2813291"/>
            <a:ext cx="1840800" cy="58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47" name="Google Shape;447;p61"/>
          <p:cNvSpPr txBox="1">
            <a:spLocks noGrp="1"/>
          </p:cNvSpPr>
          <p:nvPr>
            <p:ph type="subTitle" idx="5"/>
          </p:nvPr>
        </p:nvSpPr>
        <p:spPr>
          <a:xfrm>
            <a:off x="6559151" y="2317795"/>
            <a:ext cx="1838400" cy="4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448" name="Google Shape;448;p61"/>
          <p:cNvSpPr txBox="1">
            <a:spLocks noGrp="1"/>
          </p:cNvSpPr>
          <p:nvPr>
            <p:ph type="subTitle" idx="6"/>
          </p:nvPr>
        </p:nvSpPr>
        <p:spPr>
          <a:xfrm>
            <a:off x="9328684" y="2810168"/>
            <a:ext cx="1840800" cy="58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49" name="Google Shape;449;p61"/>
          <p:cNvSpPr txBox="1">
            <a:spLocks noGrp="1"/>
          </p:cNvSpPr>
          <p:nvPr>
            <p:ph type="subTitle" idx="7"/>
          </p:nvPr>
        </p:nvSpPr>
        <p:spPr>
          <a:xfrm>
            <a:off x="9328684" y="2317781"/>
            <a:ext cx="1838400" cy="4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450" name="Google Shape;450;p61"/>
          <p:cNvSpPr txBox="1">
            <a:spLocks noGrp="1"/>
          </p:cNvSpPr>
          <p:nvPr>
            <p:ph type="subTitle" idx="8"/>
          </p:nvPr>
        </p:nvSpPr>
        <p:spPr>
          <a:xfrm>
            <a:off x="6559151" y="2812609"/>
            <a:ext cx="1840800" cy="58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4648529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24.xml"/><Relationship Id="rId18" Type="http://schemas.openxmlformats.org/officeDocument/2006/relationships/slideLayout" Target="../slideLayouts/slideLayout29.xml"/><Relationship Id="rId26" Type="http://schemas.openxmlformats.org/officeDocument/2006/relationships/slideLayout" Target="../slideLayouts/slideLayout37.xml"/><Relationship Id="rId39" Type="http://schemas.openxmlformats.org/officeDocument/2006/relationships/slideLayout" Target="../slideLayouts/slideLayout50.xml"/><Relationship Id="rId21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45.xml"/><Relationship Id="rId42" Type="http://schemas.openxmlformats.org/officeDocument/2006/relationships/slideLayout" Target="../slideLayouts/slideLayout53.xml"/><Relationship Id="rId47" Type="http://schemas.openxmlformats.org/officeDocument/2006/relationships/slideLayout" Target="../slideLayouts/slideLayout58.xml"/><Relationship Id="rId50" Type="http://schemas.openxmlformats.org/officeDocument/2006/relationships/slideLayout" Target="../slideLayouts/slideLayout61.xml"/><Relationship Id="rId55" Type="http://schemas.openxmlformats.org/officeDocument/2006/relationships/slideLayout" Target="../slideLayouts/slideLayout66.xml"/><Relationship Id="rId7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3.xml"/><Relationship Id="rId16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40.xml"/><Relationship Id="rId11" Type="http://schemas.openxmlformats.org/officeDocument/2006/relationships/slideLayout" Target="../slideLayouts/slideLayout22.xml"/><Relationship Id="rId24" Type="http://schemas.openxmlformats.org/officeDocument/2006/relationships/slideLayout" Target="../slideLayouts/slideLayout35.xml"/><Relationship Id="rId32" Type="http://schemas.openxmlformats.org/officeDocument/2006/relationships/slideLayout" Target="../slideLayouts/slideLayout43.xml"/><Relationship Id="rId37" Type="http://schemas.openxmlformats.org/officeDocument/2006/relationships/slideLayout" Target="../slideLayouts/slideLayout48.xml"/><Relationship Id="rId40" Type="http://schemas.openxmlformats.org/officeDocument/2006/relationships/slideLayout" Target="../slideLayouts/slideLayout51.xml"/><Relationship Id="rId45" Type="http://schemas.openxmlformats.org/officeDocument/2006/relationships/slideLayout" Target="../slideLayouts/slideLayout56.xml"/><Relationship Id="rId53" Type="http://schemas.openxmlformats.org/officeDocument/2006/relationships/slideLayout" Target="../slideLayouts/slideLayout64.xml"/><Relationship Id="rId58" Type="http://schemas.openxmlformats.org/officeDocument/2006/relationships/slideLayout" Target="../slideLayouts/slideLayout69.xml"/><Relationship Id="rId5" Type="http://schemas.openxmlformats.org/officeDocument/2006/relationships/slideLayout" Target="../slideLayouts/slideLayout16.xml"/><Relationship Id="rId61" Type="http://schemas.openxmlformats.org/officeDocument/2006/relationships/theme" Target="../theme/theme2.xml"/><Relationship Id="rId19" Type="http://schemas.openxmlformats.org/officeDocument/2006/relationships/slideLayout" Target="../slideLayouts/slideLayout30.xml"/><Relationship Id="rId14" Type="http://schemas.openxmlformats.org/officeDocument/2006/relationships/slideLayout" Target="../slideLayouts/slideLayout25.xml"/><Relationship Id="rId22" Type="http://schemas.openxmlformats.org/officeDocument/2006/relationships/slideLayout" Target="../slideLayouts/slideLayout33.xml"/><Relationship Id="rId27" Type="http://schemas.openxmlformats.org/officeDocument/2006/relationships/slideLayout" Target="../slideLayouts/slideLayout38.xml"/><Relationship Id="rId30" Type="http://schemas.openxmlformats.org/officeDocument/2006/relationships/slideLayout" Target="../slideLayouts/slideLayout41.xml"/><Relationship Id="rId35" Type="http://schemas.openxmlformats.org/officeDocument/2006/relationships/slideLayout" Target="../slideLayouts/slideLayout46.xml"/><Relationship Id="rId43" Type="http://schemas.openxmlformats.org/officeDocument/2006/relationships/slideLayout" Target="../slideLayouts/slideLayout54.xml"/><Relationship Id="rId48" Type="http://schemas.openxmlformats.org/officeDocument/2006/relationships/slideLayout" Target="../slideLayouts/slideLayout59.xml"/><Relationship Id="rId56" Type="http://schemas.openxmlformats.org/officeDocument/2006/relationships/slideLayout" Target="../slideLayouts/slideLayout67.xml"/><Relationship Id="rId8" Type="http://schemas.openxmlformats.org/officeDocument/2006/relationships/slideLayout" Target="../slideLayouts/slideLayout19.xml"/><Relationship Id="rId51" Type="http://schemas.openxmlformats.org/officeDocument/2006/relationships/slideLayout" Target="../slideLayouts/slideLayout62.xml"/><Relationship Id="rId3" Type="http://schemas.openxmlformats.org/officeDocument/2006/relationships/slideLayout" Target="../slideLayouts/slideLayout14.xml"/><Relationship Id="rId12" Type="http://schemas.openxmlformats.org/officeDocument/2006/relationships/slideLayout" Target="../slideLayouts/slideLayout23.xml"/><Relationship Id="rId17" Type="http://schemas.openxmlformats.org/officeDocument/2006/relationships/slideLayout" Target="../slideLayouts/slideLayout28.xml"/><Relationship Id="rId25" Type="http://schemas.openxmlformats.org/officeDocument/2006/relationships/slideLayout" Target="../slideLayouts/slideLayout36.xml"/><Relationship Id="rId33" Type="http://schemas.openxmlformats.org/officeDocument/2006/relationships/slideLayout" Target="../slideLayouts/slideLayout44.xml"/><Relationship Id="rId38" Type="http://schemas.openxmlformats.org/officeDocument/2006/relationships/slideLayout" Target="../slideLayouts/slideLayout49.xml"/><Relationship Id="rId46" Type="http://schemas.openxmlformats.org/officeDocument/2006/relationships/slideLayout" Target="../slideLayouts/slideLayout57.xml"/><Relationship Id="rId59" Type="http://schemas.openxmlformats.org/officeDocument/2006/relationships/slideLayout" Target="../slideLayouts/slideLayout70.xml"/><Relationship Id="rId20" Type="http://schemas.openxmlformats.org/officeDocument/2006/relationships/slideLayout" Target="../slideLayouts/slideLayout31.xml"/><Relationship Id="rId41" Type="http://schemas.openxmlformats.org/officeDocument/2006/relationships/slideLayout" Target="../slideLayouts/slideLayout52.xml"/><Relationship Id="rId54" Type="http://schemas.openxmlformats.org/officeDocument/2006/relationships/slideLayout" Target="../slideLayouts/slideLayout65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5" Type="http://schemas.openxmlformats.org/officeDocument/2006/relationships/slideLayout" Target="../slideLayouts/slideLayout26.xml"/><Relationship Id="rId23" Type="http://schemas.openxmlformats.org/officeDocument/2006/relationships/slideLayout" Target="../slideLayouts/slideLayout34.xml"/><Relationship Id="rId28" Type="http://schemas.openxmlformats.org/officeDocument/2006/relationships/slideLayout" Target="../slideLayouts/slideLayout39.xml"/><Relationship Id="rId36" Type="http://schemas.openxmlformats.org/officeDocument/2006/relationships/slideLayout" Target="../slideLayouts/slideLayout47.xml"/><Relationship Id="rId49" Type="http://schemas.openxmlformats.org/officeDocument/2006/relationships/slideLayout" Target="../slideLayouts/slideLayout60.xml"/><Relationship Id="rId57" Type="http://schemas.openxmlformats.org/officeDocument/2006/relationships/slideLayout" Target="../slideLayouts/slideLayout68.xml"/><Relationship Id="rId10" Type="http://schemas.openxmlformats.org/officeDocument/2006/relationships/slideLayout" Target="../slideLayouts/slideLayout21.xml"/><Relationship Id="rId31" Type="http://schemas.openxmlformats.org/officeDocument/2006/relationships/slideLayout" Target="../slideLayouts/slideLayout42.xml"/><Relationship Id="rId44" Type="http://schemas.openxmlformats.org/officeDocument/2006/relationships/slideLayout" Target="../slideLayouts/slideLayout55.xml"/><Relationship Id="rId52" Type="http://schemas.openxmlformats.org/officeDocument/2006/relationships/slideLayout" Target="../slideLayouts/slideLayout63.xml"/><Relationship Id="rId60" Type="http://schemas.openxmlformats.org/officeDocument/2006/relationships/slideLayout" Target="../slideLayouts/slideLayout7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360E78-54C4-393C-E8A2-7D480F17D7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05154F-DE9E-3838-DEC2-7C9777FA53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B40D06-137E-23C7-76E0-FEA779592DD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8137B4D-AB4D-4F2F-9274-F410FB6AF0F2}" type="datetime1">
              <a:rPr lang="de-DE" smtClean="0"/>
              <a:t>02.07.2024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EB3DFA-FA19-8297-D863-E1FBBF36E8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9043FD-BF1B-4739-6BEB-DFF90EFB17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2C154DB-8464-4BDD-8B82-7D45619E763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813853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8312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300"/>
              <a:buFont typeface="Bebas Neue"/>
              <a:buNone/>
              <a:defRPr sz="4300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831200" y="1536633"/>
            <a:ext cx="113608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verpass"/>
              <a:buChar char="●"/>
              <a:defRPr sz="1800">
                <a:solidFill>
                  <a:schemeClr val="dk1"/>
                </a:solidFill>
                <a:latin typeface="Overpass"/>
                <a:ea typeface="Overpass"/>
                <a:cs typeface="Overpass"/>
                <a:sym typeface="Overpass"/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verpass"/>
              <a:buChar char="○"/>
              <a:defRPr>
                <a:solidFill>
                  <a:schemeClr val="dk1"/>
                </a:solidFill>
                <a:latin typeface="Overpass"/>
                <a:ea typeface="Overpass"/>
                <a:cs typeface="Overpass"/>
                <a:sym typeface="Overpass"/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verpass"/>
              <a:buChar char="■"/>
              <a:defRPr>
                <a:solidFill>
                  <a:schemeClr val="dk1"/>
                </a:solidFill>
                <a:latin typeface="Overpass"/>
                <a:ea typeface="Overpass"/>
                <a:cs typeface="Overpass"/>
                <a:sym typeface="Overpass"/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verpass"/>
              <a:buChar char="●"/>
              <a:defRPr>
                <a:solidFill>
                  <a:schemeClr val="dk1"/>
                </a:solidFill>
                <a:latin typeface="Overpass"/>
                <a:ea typeface="Overpass"/>
                <a:cs typeface="Overpass"/>
                <a:sym typeface="Overpass"/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verpass"/>
              <a:buChar char="○"/>
              <a:defRPr>
                <a:solidFill>
                  <a:schemeClr val="dk1"/>
                </a:solidFill>
                <a:latin typeface="Overpass"/>
                <a:ea typeface="Overpass"/>
                <a:cs typeface="Overpass"/>
                <a:sym typeface="Overpass"/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verpass"/>
              <a:buChar char="■"/>
              <a:defRPr>
                <a:solidFill>
                  <a:schemeClr val="dk1"/>
                </a:solidFill>
                <a:latin typeface="Overpass"/>
                <a:ea typeface="Overpass"/>
                <a:cs typeface="Overpass"/>
                <a:sym typeface="Overpass"/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verpass"/>
              <a:buChar char="●"/>
              <a:defRPr>
                <a:solidFill>
                  <a:schemeClr val="dk1"/>
                </a:solidFill>
                <a:latin typeface="Overpass"/>
                <a:ea typeface="Overpass"/>
                <a:cs typeface="Overpass"/>
                <a:sym typeface="Overpass"/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verpass"/>
              <a:buChar char="○"/>
              <a:defRPr>
                <a:solidFill>
                  <a:schemeClr val="dk1"/>
                </a:solidFill>
                <a:latin typeface="Overpass"/>
                <a:ea typeface="Overpass"/>
                <a:cs typeface="Overpass"/>
                <a:sym typeface="Overpass"/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Overpass"/>
              <a:buChar char="■"/>
              <a:defRPr>
                <a:solidFill>
                  <a:schemeClr val="dk1"/>
                </a:solidFill>
                <a:latin typeface="Overpass"/>
                <a:ea typeface="Overpass"/>
                <a:cs typeface="Overpass"/>
                <a:sym typeface="Overpass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147390544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  <p:sldLayoutId id="2147483709" r:id="rId13"/>
    <p:sldLayoutId id="2147483710" r:id="rId14"/>
    <p:sldLayoutId id="2147483711" r:id="rId15"/>
    <p:sldLayoutId id="2147483712" r:id="rId16"/>
    <p:sldLayoutId id="2147483713" r:id="rId17"/>
    <p:sldLayoutId id="2147483714" r:id="rId18"/>
    <p:sldLayoutId id="2147483715" r:id="rId19"/>
    <p:sldLayoutId id="2147483716" r:id="rId20"/>
    <p:sldLayoutId id="2147483717" r:id="rId21"/>
    <p:sldLayoutId id="2147483718" r:id="rId22"/>
    <p:sldLayoutId id="2147483719" r:id="rId23"/>
    <p:sldLayoutId id="2147483720" r:id="rId24"/>
    <p:sldLayoutId id="2147483721" r:id="rId25"/>
    <p:sldLayoutId id="2147483722" r:id="rId26"/>
    <p:sldLayoutId id="2147483723" r:id="rId27"/>
    <p:sldLayoutId id="2147483724" r:id="rId28"/>
    <p:sldLayoutId id="2147483725" r:id="rId29"/>
    <p:sldLayoutId id="2147483726" r:id="rId30"/>
    <p:sldLayoutId id="2147483727" r:id="rId31"/>
    <p:sldLayoutId id="2147483728" r:id="rId32"/>
    <p:sldLayoutId id="2147483729" r:id="rId33"/>
    <p:sldLayoutId id="2147483730" r:id="rId34"/>
    <p:sldLayoutId id="2147483731" r:id="rId35"/>
    <p:sldLayoutId id="2147483732" r:id="rId36"/>
    <p:sldLayoutId id="2147483733" r:id="rId37"/>
    <p:sldLayoutId id="2147483734" r:id="rId38"/>
    <p:sldLayoutId id="2147483735" r:id="rId39"/>
    <p:sldLayoutId id="2147483736" r:id="rId40"/>
    <p:sldLayoutId id="2147483737" r:id="rId41"/>
    <p:sldLayoutId id="2147483738" r:id="rId42"/>
    <p:sldLayoutId id="2147483739" r:id="rId43"/>
    <p:sldLayoutId id="2147483740" r:id="rId44"/>
    <p:sldLayoutId id="2147483741" r:id="rId45"/>
    <p:sldLayoutId id="2147483742" r:id="rId46"/>
    <p:sldLayoutId id="2147483743" r:id="rId47"/>
    <p:sldLayoutId id="2147483744" r:id="rId48"/>
    <p:sldLayoutId id="2147483745" r:id="rId49"/>
    <p:sldLayoutId id="2147483746" r:id="rId50"/>
    <p:sldLayoutId id="2147483747" r:id="rId51"/>
    <p:sldLayoutId id="2147483748" r:id="rId52"/>
    <p:sldLayoutId id="2147483749" r:id="rId53"/>
    <p:sldLayoutId id="2147483750" r:id="rId54"/>
    <p:sldLayoutId id="2147483751" r:id="rId55"/>
    <p:sldLayoutId id="2147483752" r:id="rId56"/>
    <p:sldLayoutId id="2147483753" r:id="rId57"/>
    <p:sldLayoutId id="2147483754" r:id="rId58"/>
    <p:sldLayoutId id="2147483755" r:id="rId59"/>
    <p:sldLayoutId id="2147483756" r:id="rId60"/>
  </p:sldLayoutIdLst>
  <mc:AlternateContent xmlns:mc="http://schemas.openxmlformats.org/markup-compatibility/2006" xmlns:p14="http://schemas.microsoft.com/office/powerpoint/2010/main">
    <mc:Choice Requires="p14">
      <p:transition spd="slow">
        <p:push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hf hd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Google Shape;460;p64"/>
          <p:cNvSpPr txBox="1">
            <a:spLocks noGrp="1"/>
          </p:cNvSpPr>
          <p:nvPr>
            <p:ph type="ctrTitle"/>
          </p:nvPr>
        </p:nvSpPr>
        <p:spPr>
          <a:xfrm>
            <a:off x="2926367" y="1943000"/>
            <a:ext cx="6339200" cy="29720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n" dirty="0"/>
              <a:t>Robotic</a:t>
            </a:r>
            <a:endParaRPr dirty="0">
              <a:solidFill>
                <a:schemeClr val="dk1"/>
              </a:solidFill>
            </a:endParaRPr>
          </a:p>
          <a:p>
            <a:pPr>
              <a:buSzPts val="1100"/>
            </a:pPr>
            <a:r>
              <a:rPr lang="en" dirty="0">
                <a:solidFill>
                  <a:schemeClr val="lt1"/>
                </a:solidFill>
              </a:rPr>
              <a:t>Arm</a:t>
            </a:r>
            <a:endParaRPr dirty="0">
              <a:solidFill>
                <a:schemeClr val="lt1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FC02C83-A4B1-4F90-BA4E-19F29423EFE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Using MQTT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103AE74-83A8-4A72-AA17-2BD70AEB40C2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1"/>
            <a:ext cx="12192000" cy="6857998"/>
          </a:xfrm>
          <a:prstGeom prst="rect">
            <a:avLst/>
          </a:prstGeom>
        </p:spPr>
      </p:pic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F71C74EF-374B-8395-0A61-194D297FAF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 err="1"/>
              <a:t>Daivd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B2C02B2-C191-EE5E-547B-FBE3939EDD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154DB-8464-4BDD-8B82-7D45619E7630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37861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0DFC902-7D23-471A-B557-B6B6917D7A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" y="-5705"/>
            <a:ext cx="12191990" cy="169434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D37B1D6-E51D-C104-0F6A-7D8A160493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6851" y="637762"/>
            <a:ext cx="9888496" cy="900131"/>
          </a:xfrm>
        </p:spPr>
        <p:txBody>
          <a:bodyPr anchor="t">
            <a:normAutofit/>
          </a:bodyPr>
          <a:lstStyle/>
          <a:p>
            <a:r>
              <a:rPr lang="en-US" sz="4000" dirty="0">
                <a:solidFill>
                  <a:schemeClr val="bg1"/>
                </a:solidFill>
              </a:rPr>
              <a:t>Color Sensor</a:t>
            </a:r>
            <a:endParaRPr lang="de-DE" sz="4000" dirty="0">
              <a:solidFill>
                <a:schemeClr val="bg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5D5633-D557-4DCA-982C-FF36EB7A1C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688641"/>
            <a:ext cx="12191990" cy="516935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50D3AD2-FA80-415F-A9CE-54D884561C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6851" y="2010758"/>
            <a:ext cx="457190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4BFBE7-8AEC-CA66-D7B3-010266CA32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5548" y="2217343"/>
            <a:ext cx="9880893" cy="3959619"/>
          </a:xfrm>
        </p:spPr>
        <p:txBody>
          <a:bodyPr>
            <a:normAutofit/>
          </a:bodyPr>
          <a:lstStyle/>
          <a:p>
            <a:r>
              <a:rPr lang="en-US" sz="2400" dirty="0"/>
              <a:t>makeConnection</a:t>
            </a:r>
          </a:p>
          <a:p>
            <a:r>
              <a:rPr lang="en-US" sz="2400" dirty="0"/>
              <a:t>Publish </a:t>
            </a:r>
          </a:p>
          <a:p>
            <a:r>
              <a:rPr lang="en-US" sz="2400" dirty="0"/>
              <a:t>Pins</a:t>
            </a:r>
          </a:p>
          <a:p>
            <a:r>
              <a:rPr lang="en-US" sz="2400" dirty="0" err="1"/>
              <a:t>measureRed</a:t>
            </a:r>
            <a:endParaRPr lang="en-US" sz="2400" dirty="0"/>
          </a:p>
          <a:p>
            <a:r>
              <a:rPr lang="en-US" sz="2400" dirty="0" err="1"/>
              <a:t>measureGreen</a:t>
            </a:r>
            <a:endParaRPr lang="en-US" sz="2400" dirty="0"/>
          </a:p>
          <a:p>
            <a:r>
              <a:rPr lang="en-US" sz="2400" dirty="0" err="1"/>
              <a:t>measureBlue</a:t>
            </a:r>
            <a:endParaRPr lang="en-US" sz="2400" dirty="0"/>
          </a:p>
          <a:p>
            <a:r>
              <a:rPr lang="en-US" sz="2400" dirty="0" err="1"/>
              <a:t>Decide_color</a:t>
            </a:r>
            <a:endParaRPr lang="de-DE" sz="2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8B62B10-D0CF-DA11-1EBA-91FC14BB4E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60771" y="2030248"/>
            <a:ext cx="2819794" cy="1352739"/>
          </a:xfrm>
          <a:prstGeom prst="rect">
            <a:avLst/>
          </a:prstGeom>
        </p:spPr>
      </p:pic>
      <p:pic>
        <p:nvPicPr>
          <p:cNvPr id="13" name="Picture 12" descr="A screen shot of a computer program&#10;&#10;Description automatically generated">
            <a:extLst>
              <a:ext uri="{FF2B5EF4-FFF2-40B4-BE49-F238E27FC236}">
                <a16:creationId xmlns:a16="http://schemas.microsoft.com/office/drawing/2014/main" id="{8DE81E41-823A-D052-399B-230AD367BD6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57995" y="1401696"/>
            <a:ext cx="6161269" cy="5251951"/>
          </a:xfrm>
          <a:prstGeom prst="rect">
            <a:avLst/>
          </a:prstGeom>
        </p:spPr>
      </p:pic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BC2C2F7B-8650-7AF3-8EBC-8BB275BB8A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89411" y="6356350"/>
            <a:ext cx="11044645" cy="365125"/>
          </a:xfrm>
        </p:spPr>
        <p:txBody>
          <a:bodyPr/>
          <a:lstStyle/>
          <a:p>
            <a:pPr algn="l"/>
            <a:r>
              <a:rPr lang="de-DE" dirty="0"/>
              <a:t>Andrew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EC9545E-405C-55E0-3521-080F71E1C8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154DB-8464-4BDD-8B82-7D45619E7630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580880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EE8035DC-F60C-4A6E-908E-D1E41220FB29}"/>
              </a:ext>
            </a:extLst>
          </p:cNvPr>
          <p:cNvSpPr/>
          <p:nvPr/>
        </p:nvSpPr>
        <p:spPr>
          <a:xfrm>
            <a:off x="2921620" y="189571"/>
            <a:ext cx="5965902" cy="64231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DCD9B47-1F7B-48C4-AC7C-7D5DE60A16F6}"/>
              </a:ext>
            </a:extLst>
          </p:cNvPr>
          <p:cNvSpPr/>
          <p:nvPr/>
        </p:nvSpPr>
        <p:spPr>
          <a:xfrm>
            <a:off x="3010830" y="245329"/>
            <a:ext cx="5765180" cy="1092820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Importing libraries for MQTT, BLYNK, time and motor usage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62EDA068-9D0C-4935-BFA9-AB7FAF875498}"/>
              </a:ext>
            </a:extLst>
          </p:cNvPr>
          <p:cNvSpPr/>
          <p:nvPr/>
        </p:nvSpPr>
        <p:spPr>
          <a:xfrm>
            <a:off x="3021981" y="1427359"/>
            <a:ext cx="5765180" cy="134929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-Declaring global for  color sensor readings and message from conveyor belt</a:t>
            </a:r>
          </a:p>
          <a:p>
            <a:pPr algn="ctr"/>
            <a:r>
              <a:rPr lang="en-US" dirty="0"/>
              <a:t>-Callbacks from for color sensor and conveyor belt topic and message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A89FA253-45B1-43DB-A9F7-74C474396DFF}"/>
              </a:ext>
            </a:extLst>
          </p:cNvPr>
          <p:cNvSpPr/>
          <p:nvPr/>
        </p:nvSpPr>
        <p:spPr>
          <a:xfrm>
            <a:off x="3021981" y="2865861"/>
            <a:ext cx="5765180" cy="1092820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-Making connection to the MQTT </a:t>
            </a:r>
          </a:p>
          <a:p>
            <a:pPr algn="ctr"/>
            <a:r>
              <a:rPr lang="en-US" dirty="0"/>
              <a:t>-Defining motors angles and speed</a:t>
            </a:r>
          </a:p>
          <a:p>
            <a:pPr algn="ctr"/>
            <a:r>
              <a:rPr lang="en-US" dirty="0"/>
              <a:t>-Subscribing to conveyor belt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F713F99-E565-469F-BDA1-19A5028C053A}"/>
              </a:ext>
            </a:extLst>
          </p:cNvPr>
          <p:cNvSpPr/>
          <p:nvPr/>
        </p:nvSpPr>
        <p:spPr>
          <a:xfrm>
            <a:off x="3010830" y="4003285"/>
            <a:ext cx="5765180" cy="200725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loop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73FE7E0-99DB-4215-ADAF-ABCB30785F65}"/>
              </a:ext>
            </a:extLst>
          </p:cNvPr>
          <p:cNvSpPr/>
          <p:nvPr/>
        </p:nvSpPr>
        <p:spPr>
          <a:xfrm>
            <a:off x="3010830" y="4270916"/>
            <a:ext cx="5765180" cy="1371602"/>
          </a:xfrm>
          <a:prstGeom prst="roundRect">
            <a:avLst/>
          </a:prstGeom>
          <a:solidFill>
            <a:srgbClr val="D09E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-When conveyor belt sends a message, the robotic arm goes to conveyor belt and picks the cube</a:t>
            </a:r>
          </a:p>
          <a:p>
            <a:pPr algn="ctr"/>
            <a:r>
              <a:rPr lang="en-US" dirty="0"/>
              <a:t>- The robotic arm place the cube on top of the color sensor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30967EAB-58F7-428E-BF3D-B5F0C07C295D}"/>
              </a:ext>
            </a:extLst>
          </p:cNvPr>
          <p:cNvSpPr/>
          <p:nvPr/>
        </p:nvSpPr>
        <p:spPr>
          <a:xfrm>
            <a:off x="3021981" y="5709424"/>
            <a:ext cx="5765180" cy="825192"/>
          </a:xfrm>
          <a:prstGeom prst="roundRect">
            <a:avLst/>
          </a:prstGeom>
          <a:solidFill>
            <a:srgbClr val="0C8E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When the cube is blue, the robotic arm sorts it in the box, otherwise it goes to the conveyor belt again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073B48F-914D-44E4-BECD-02561C1751D9}"/>
              </a:ext>
            </a:extLst>
          </p:cNvPr>
          <p:cNvSpPr txBox="1"/>
          <p:nvPr/>
        </p:nvSpPr>
        <p:spPr>
          <a:xfrm>
            <a:off x="936702" y="1012954"/>
            <a:ext cx="1037064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4400" b="1" dirty="0">
                <a:solidFill>
                  <a:schemeClr val="bg1"/>
                </a:solidFill>
              </a:rPr>
              <a:t>R</a:t>
            </a:r>
          </a:p>
          <a:p>
            <a:r>
              <a:rPr lang="de-DE" sz="4400" b="1" dirty="0">
                <a:solidFill>
                  <a:schemeClr val="bg1"/>
                </a:solidFill>
              </a:rPr>
              <a:t>O</a:t>
            </a:r>
          </a:p>
          <a:p>
            <a:r>
              <a:rPr lang="de-DE" sz="4400" b="1" dirty="0">
                <a:solidFill>
                  <a:schemeClr val="bg1"/>
                </a:solidFill>
              </a:rPr>
              <a:t>B</a:t>
            </a:r>
          </a:p>
          <a:p>
            <a:r>
              <a:rPr lang="de-DE" sz="4400" b="1" dirty="0">
                <a:solidFill>
                  <a:schemeClr val="bg1"/>
                </a:solidFill>
              </a:rPr>
              <a:t>O</a:t>
            </a:r>
          </a:p>
          <a:p>
            <a:r>
              <a:rPr lang="de-DE" sz="4400" b="1" dirty="0">
                <a:solidFill>
                  <a:schemeClr val="bg1"/>
                </a:solidFill>
              </a:rPr>
              <a:t>T</a:t>
            </a:r>
          </a:p>
          <a:p>
            <a:r>
              <a:rPr lang="de-DE" sz="4400" b="1" dirty="0">
                <a:solidFill>
                  <a:schemeClr val="bg1"/>
                </a:solidFill>
              </a:rPr>
              <a:t>I</a:t>
            </a:r>
          </a:p>
          <a:p>
            <a:r>
              <a:rPr lang="de-DE" sz="44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2D64752-A72C-43B6-916F-26F7ED989E2E}"/>
              </a:ext>
            </a:extLst>
          </p:cNvPr>
          <p:cNvSpPr txBox="1"/>
          <p:nvPr/>
        </p:nvSpPr>
        <p:spPr>
          <a:xfrm>
            <a:off x="10043532" y="2339292"/>
            <a:ext cx="1037064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4400" b="1" dirty="0">
                <a:solidFill>
                  <a:schemeClr val="bg1"/>
                </a:solidFill>
              </a:rPr>
              <a:t>A</a:t>
            </a:r>
          </a:p>
          <a:p>
            <a:r>
              <a:rPr lang="de-DE" sz="4400" b="1" dirty="0">
                <a:solidFill>
                  <a:schemeClr val="bg1"/>
                </a:solidFill>
              </a:rPr>
              <a:t>R</a:t>
            </a:r>
          </a:p>
          <a:p>
            <a:r>
              <a:rPr lang="de-DE" sz="4400" b="1" dirty="0">
                <a:solidFill>
                  <a:schemeClr val="bg1"/>
                </a:solidFill>
              </a:rPr>
              <a:t>M</a:t>
            </a:r>
          </a:p>
        </p:txBody>
      </p:sp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DC4973F3-BF80-8243-9D34-4E651422C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19318"/>
            <a:ext cx="4114800" cy="365125"/>
          </a:xfrm>
        </p:spPr>
        <p:txBody>
          <a:bodyPr/>
          <a:lstStyle/>
          <a:p>
            <a:r>
              <a:rPr lang="de-DE" dirty="0">
                <a:solidFill>
                  <a:schemeClr val="bg1"/>
                </a:solidFill>
              </a:rPr>
              <a:t>David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A882614A-F034-9AF7-A10E-27798D1E77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154DB-8464-4BDD-8B82-7D45619E7630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419215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EE8035DC-F60C-4A6E-908E-D1E41220FB29}"/>
              </a:ext>
            </a:extLst>
          </p:cNvPr>
          <p:cNvSpPr/>
          <p:nvPr/>
        </p:nvSpPr>
        <p:spPr>
          <a:xfrm>
            <a:off x="2921620" y="189571"/>
            <a:ext cx="5965902" cy="64231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DCD9B47-1F7B-48C4-AC7C-7D5DE60A16F6}"/>
              </a:ext>
            </a:extLst>
          </p:cNvPr>
          <p:cNvSpPr/>
          <p:nvPr/>
        </p:nvSpPr>
        <p:spPr>
          <a:xfrm>
            <a:off x="3010830" y="245329"/>
            <a:ext cx="5765180" cy="1092820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-Importing libraries for MQTT and WLAN</a:t>
            </a:r>
          </a:p>
          <a:p>
            <a:pPr algn="ctr"/>
            <a:r>
              <a:rPr lang="en-US" dirty="0"/>
              <a:t>-Defining the pins for the motor driver, WLAN and MQTT status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62EDA068-9D0C-4935-BFA9-AB7FAF875498}"/>
              </a:ext>
            </a:extLst>
          </p:cNvPr>
          <p:cNvSpPr/>
          <p:nvPr/>
        </p:nvSpPr>
        <p:spPr>
          <a:xfrm>
            <a:off x="3021981" y="1628092"/>
            <a:ext cx="5765180" cy="134929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-Connecting to </a:t>
            </a:r>
            <a:r>
              <a:rPr lang="en-US" dirty="0" err="1"/>
              <a:t>WiFi</a:t>
            </a:r>
            <a:r>
              <a:rPr lang="en-US" dirty="0"/>
              <a:t> and MQTT broker</a:t>
            </a:r>
          </a:p>
          <a:p>
            <a:pPr algn="ctr"/>
            <a:r>
              <a:rPr lang="en-US" dirty="0"/>
              <a:t>-Subscribing to </a:t>
            </a:r>
            <a:r>
              <a:rPr lang="en-US" dirty="0" err="1"/>
              <a:t>BoxDetection</a:t>
            </a:r>
            <a:endParaRPr lang="en-US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A89FA253-45B1-43DB-A9F7-74C474396DFF}"/>
              </a:ext>
            </a:extLst>
          </p:cNvPr>
          <p:cNvSpPr/>
          <p:nvPr/>
        </p:nvSpPr>
        <p:spPr>
          <a:xfrm>
            <a:off x="3010830" y="3702207"/>
            <a:ext cx="5765180" cy="1092820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-if the MQTT is not connected yet, LED for MQTT status is low and the conveyor belt is static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F713F99-E565-469F-BDA1-19A5028C053A}"/>
              </a:ext>
            </a:extLst>
          </p:cNvPr>
          <p:cNvSpPr/>
          <p:nvPr/>
        </p:nvSpPr>
        <p:spPr>
          <a:xfrm>
            <a:off x="3010830" y="3200396"/>
            <a:ext cx="5765180" cy="200725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loop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73FE7E0-99DB-4215-ADAF-ABCB30785F65}"/>
              </a:ext>
            </a:extLst>
          </p:cNvPr>
          <p:cNvSpPr/>
          <p:nvPr/>
        </p:nvSpPr>
        <p:spPr>
          <a:xfrm>
            <a:off x="3010830" y="5062652"/>
            <a:ext cx="5765180" cy="1371602"/>
          </a:xfrm>
          <a:prstGeom prst="roundRect">
            <a:avLst/>
          </a:prstGeom>
          <a:solidFill>
            <a:srgbClr val="D09E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-When no message from the ultrasonic is received, the conveyor belt moves, otherwise it will remain stop until the ultrasonic allows it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073B48F-914D-44E4-BECD-02561C1751D9}"/>
              </a:ext>
            </a:extLst>
          </p:cNvPr>
          <p:cNvSpPr txBox="1"/>
          <p:nvPr/>
        </p:nvSpPr>
        <p:spPr>
          <a:xfrm>
            <a:off x="1003609" y="646521"/>
            <a:ext cx="1037064" cy="5509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4400" b="1" dirty="0">
                <a:solidFill>
                  <a:schemeClr val="bg1"/>
                </a:solidFill>
              </a:rPr>
              <a:t>C</a:t>
            </a:r>
          </a:p>
          <a:p>
            <a:r>
              <a:rPr lang="de-DE" sz="4400" b="1" dirty="0">
                <a:solidFill>
                  <a:schemeClr val="bg1"/>
                </a:solidFill>
              </a:rPr>
              <a:t>O</a:t>
            </a:r>
          </a:p>
          <a:p>
            <a:r>
              <a:rPr lang="de-DE" sz="4400" b="1" dirty="0">
                <a:solidFill>
                  <a:schemeClr val="bg1"/>
                </a:solidFill>
              </a:rPr>
              <a:t>N</a:t>
            </a:r>
          </a:p>
          <a:p>
            <a:r>
              <a:rPr lang="de-DE" sz="4400" b="1" dirty="0">
                <a:solidFill>
                  <a:schemeClr val="bg1"/>
                </a:solidFill>
              </a:rPr>
              <a:t>V</a:t>
            </a:r>
          </a:p>
          <a:p>
            <a:r>
              <a:rPr lang="de-DE" sz="4400" b="1" dirty="0">
                <a:solidFill>
                  <a:schemeClr val="bg1"/>
                </a:solidFill>
              </a:rPr>
              <a:t>E</a:t>
            </a:r>
          </a:p>
          <a:p>
            <a:r>
              <a:rPr lang="de-DE" sz="4400" b="1" dirty="0">
                <a:solidFill>
                  <a:schemeClr val="bg1"/>
                </a:solidFill>
              </a:rPr>
              <a:t>Y</a:t>
            </a:r>
          </a:p>
          <a:p>
            <a:r>
              <a:rPr lang="de-DE" sz="4400" b="1" dirty="0">
                <a:solidFill>
                  <a:schemeClr val="bg1"/>
                </a:solidFill>
              </a:rPr>
              <a:t>O</a:t>
            </a:r>
          </a:p>
          <a:p>
            <a:r>
              <a:rPr lang="de-DE" sz="4400" b="1" dirty="0">
                <a:solidFill>
                  <a:schemeClr val="bg1"/>
                </a:solidFill>
              </a:rPr>
              <a:t>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2D64752-A72C-43B6-916F-26F7ED989E2E}"/>
              </a:ext>
            </a:extLst>
          </p:cNvPr>
          <p:cNvSpPr txBox="1"/>
          <p:nvPr/>
        </p:nvSpPr>
        <p:spPr>
          <a:xfrm>
            <a:off x="10043532" y="2028616"/>
            <a:ext cx="1037064" cy="28007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4400" b="1" dirty="0">
                <a:solidFill>
                  <a:schemeClr val="bg1"/>
                </a:solidFill>
              </a:rPr>
              <a:t>B</a:t>
            </a:r>
          </a:p>
          <a:p>
            <a:r>
              <a:rPr lang="de-DE" sz="4400" b="1" dirty="0">
                <a:solidFill>
                  <a:schemeClr val="bg1"/>
                </a:solidFill>
              </a:rPr>
              <a:t>E</a:t>
            </a:r>
          </a:p>
          <a:p>
            <a:r>
              <a:rPr lang="de-DE" sz="4400" b="1" dirty="0">
                <a:solidFill>
                  <a:schemeClr val="bg1"/>
                </a:solidFill>
              </a:rPr>
              <a:t>L</a:t>
            </a:r>
          </a:p>
          <a:p>
            <a:r>
              <a:rPr lang="de-DE" sz="4400" b="1" dirty="0">
                <a:solidFill>
                  <a:schemeClr val="bg1"/>
                </a:solidFill>
              </a:rPr>
              <a:t>T</a:t>
            </a:r>
          </a:p>
        </p:txBody>
      </p:sp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2DA5EE45-1CD2-5649-1BEC-B38AAA408A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89217"/>
            <a:ext cx="4114800" cy="365125"/>
          </a:xfrm>
        </p:spPr>
        <p:txBody>
          <a:bodyPr/>
          <a:lstStyle/>
          <a:p>
            <a:r>
              <a:rPr lang="de-DE" dirty="0">
                <a:solidFill>
                  <a:schemeClr val="bg1"/>
                </a:solidFill>
              </a:rPr>
              <a:t>David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BEDDB0EA-4954-4840-D6F4-2C926F6461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154DB-8464-4BDD-8B82-7D45619E7630}" type="slidenum">
              <a:rPr lang="de-DE" smtClean="0"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374777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AFE8F6-C5E2-4322-A846-7EAD13DEB2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Class </a:t>
            </a:r>
            <a:r>
              <a:rPr lang="de-DE" dirty="0" err="1"/>
              <a:t>diagrams</a:t>
            </a:r>
            <a:endParaRPr lang="de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211ADDA-E662-4AC7-8AC1-77AB1218AA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 err="1"/>
              <a:t>Shahzaib</a:t>
            </a:r>
            <a:endParaRPr lang="de-DE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591F764-88F3-4B34-912D-39E3639BB9F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3306" y="1489332"/>
            <a:ext cx="5005388" cy="4787059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C6FBA5A3-5E62-4861-A8C5-0A461A25490A}"/>
              </a:ext>
            </a:extLst>
          </p:cNvPr>
          <p:cNvSpPr/>
          <p:nvPr/>
        </p:nvSpPr>
        <p:spPr>
          <a:xfrm>
            <a:off x="6466114" y="3882861"/>
            <a:ext cx="2132580" cy="2256682"/>
          </a:xfrm>
          <a:prstGeom prst="rect">
            <a:avLst/>
          </a:prstGeom>
          <a:solidFill>
            <a:srgbClr val="7ACFF5"/>
          </a:solidFill>
          <a:ln w="31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accent1">
                  <a:lumMod val="20000"/>
                  <a:lumOff val="80000"/>
                </a:schemeClr>
              </a:solidFill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079992E-AD7B-4D7A-9063-A83D1A70AF4F}"/>
              </a:ext>
            </a:extLst>
          </p:cNvPr>
          <p:cNvCxnSpPr/>
          <p:nvPr/>
        </p:nvCxnSpPr>
        <p:spPr>
          <a:xfrm>
            <a:off x="6466114" y="4058816"/>
            <a:ext cx="213258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0436EA82-2B60-482E-8A40-576EDF2941BF}"/>
              </a:ext>
            </a:extLst>
          </p:cNvPr>
          <p:cNvSpPr txBox="1"/>
          <p:nvPr/>
        </p:nvSpPr>
        <p:spPr>
          <a:xfrm>
            <a:off x="6996167" y="3812232"/>
            <a:ext cx="107247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 dirty="0"/>
              <a:t>Conveyer belt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348E89B-F342-4CC9-A9CD-CE549DDE70FB}"/>
              </a:ext>
            </a:extLst>
          </p:cNvPr>
          <p:cNvCxnSpPr/>
          <p:nvPr/>
        </p:nvCxnSpPr>
        <p:spPr>
          <a:xfrm>
            <a:off x="6457554" y="4603102"/>
            <a:ext cx="213258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7A891288-FD06-4E75-8BAD-D156F0E4DE01}"/>
              </a:ext>
            </a:extLst>
          </p:cNvPr>
          <p:cNvSpPr txBox="1"/>
          <p:nvPr/>
        </p:nvSpPr>
        <p:spPr>
          <a:xfrm>
            <a:off x="6439877" y="4042206"/>
            <a:ext cx="107247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/>
              <a:t>-</a:t>
            </a:r>
            <a:r>
              <a:rPr lang="de-DE" sz="1000" dirty="0" err="1"/>
              <a:t>dirPin</a:t>
            </a:r>
            <a:r>
              <a:rPr lang="de-DE" sz="1000" dirty="0"/>
              <a:t> : </a:t>
            </a:r>
            <a:r>
              <a:rPr lang="de-DE" sz="1000" dirty="0" err="1"/>
              <a:t>int</a:t>
            </a:r>
            <a:br>
              <a:rPr lang="de-DE" sz="1000" dirty="0"/>
            </a:br>
            <a:r>
              <a:rPr lang="de-DE" sz="1000" dirty="0"/>
              <a:t>-</a:t>
            </a:r>
            <a:r>
              <a:rPr lang="de-DE" sz="1000" dirty="0" err="1"/>
              <a:t>stepPin</a:t>
            </a:r>
            <a:r>
              <a:rPr lang="de-DE" sz="1000" dirty="0"/>
              <a:t> : </a:t>
            </a:r>
            <a:r>
              <a:rPr lang="de-DE" sz="1000" dirty="0" err="1"/>
              <a:t>int</a:t>
            </a:r>
            <a:endParaRPr lang="de-DE" sz="10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707AFB4-CF7C-40A1-8897-8F72316B4FB7}"/>
              </a:ext>
            </a:extLst>
          </p:cNvPr>
          <p:cNvSpPr txBox="1"/>
          <p:nvPr/>
        </p:nvSpPr>
        <p:spPr>
          <a:xfrm>
            <a:off x="6451371" y="4642572"/>
            <a:ext cx="107247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/>
              <a:t>+</a:t>
            </a:r>
            <a:r>
              <a:rPr lang="de-DE" sz="1000" dirty="0" err="1"/>
              <a:t>move</a:t>
            </a:r>
            <a:r>
              <a:rPr lang="de-DE" sz="1000" dirty="0"/>
              <a:t> : </a:t>
            </a:r>
            <a:r>
              <a:rPr lang="de-DE" sz="1000" dirty="0" err="1"/>
              <a:t>void</a:t>
            </a:r>
            <a:br>
              <a:rPr lang="de-DE" sz="1000" dirty="0"/>
            </a:br>
            <a:r>
              <a:rPr lang="de-DE" sz="1000" dirty="0"/>
              <a:t>+</a:t>
            </a:r>
            <a:r>
              <a:rPr lang="de-DE" sz="1000" dirty="0" err="1"/>
              <a:t>stop</a:t>
            </a:r>
            <a:r>
              <a:rPr lang="de-DE" sz="1000" dirty="0"/>
              <a:t> : </a:t>
            </a:r>
            <a:r>
              <a:rPr lang="de-DE" sz="1000" dirty="0" err="1"/>
              <a:t>void</a:t>
            </a:r>
            <a:endParaRPr lang="de-DE" sz="1000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8525F39F-F20E-1610-0F2E-9AD13C33FB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154DB-8464-4BDD-8B82-7D45619E7630}" type="slidenum">
              <a:rPr lang="de-DE" smtClean="0"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886454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F9487E-5C86-42DC-8314-B33FDA55D5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Conveyor</a:t>
            </a:r>
            <a:r>
              <a:rPr lang="de-DE" dirty="0"/>
              <a:t> belt </a:t>
            </a:r>
            <a:r>
              <a:rPr lang="de-DE" dirty="0" err="1"/>
              <a:t>motor</a:t>
            </a:r>
            <a:endParaRPr lang="de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6AB5C03-3BE8-425C-B46D-FECD987DF1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 err="1"/>
              <a:t>Shahzaib</a:t>
            </a:r>
            <a:endParaRPr lang="de-DE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A845A8A-1125-4671-8DB0-96527FB622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9063" y="1451835"/>
            <a:ext cx="8213873" cy="4904515"/>
          </a:xfrm>
          <a:prstGeom prst="rect">
            <a:avLst/>
          </a:prstGeom>
        </p:spPr>
      </p:pic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9D1D55DA-E3DF-7735-BB4C-299CA8D034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154DB-8464-4BDD-8B82-7D45619E7630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945789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1E5970-601B-48D5-BD89-47610AB6EC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Distance</a:t>
            </a:r>
            <a:r>
              <a:rPr lang="de-DE" dirty="0"/>
              <a:t> </a:t>
            </a:r>
            <a:r>
              <a:rPr lang="de-DE" dirty="0" err="1"/>
              <a:t>sensor</a:t>
            </a:r>
            <a:r>
              <a:rPr lang="de-DE" dirty="0"/>
              <a:t> (HC-SR04)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37C4BDD-B64B-472C-814E-84B1BADA13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 err="1"/>
              <a:t>Shahzaib</a:t>
            </a:r>
            <a:endParaRPr lang="de-DE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4CD2331-9C76-4C19-9B28-29B2D467611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7681" y="1438144"/>
            <a:ext cx="8216638" cy="4834718"/>
          </a:xfrm>
          <a:prstGeom prst="rect">
            <a:avLst/>
          </a:prstGeom>
        </p:spPr>
      </p:pic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819ACCF6-4B4B-9ECB-8F4B-5A06D0FCF0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154DB-8464-4BDD-8B82-7D45619E7630}" type="slidenum">
              <a:rPr lang="de-DE" smtClean="0"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691209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Minimal Marketing by Slidesgo XL">
  <a:themeElements>
    <a:clrScheme name="Simple Light">
      <a:dk1>
        <a:srgbClr val="000000"/>
      </a:dk1>
      <a:lt1>
        <a:srgbClr val="FFFFFF"/>
      </a:lt1>
      <a:dk2>
        <a:srgbClr val="FFFFFF"/>
      </a:dk2>
      <a:lt2>
        <a:srgbClr val="FFFFFF"/>
      </a:lt2>
      <a:accent1>
        <a:srgbClr val="000000"/>
      </a:accent1>
      <a:accent2>
        <a:srgbClr val="000000"/>
      </a:accent2>
      <a:accent3>
        <a:srgbClr val="FFFFFF"/>
      </a:accent3>
      <a:accent4>
        <a:srgbClr val="000000"/>
      </a:accent4>
      <a:accent5>
        <a:srgbClr val="FFFFFF"/>
      </a:accent5>
      <a:accent6>
        <a:srgbClr val="212121"/>
      </a:accent6>
      <a:hlink>
        <a:srgbClr val="0000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267</Words>
  <Application>Microsoft Office PowerPoint</Application>
  <PresentationFormat>Breitbild</PresentationFormat>
  <Paragraphs>70</Paragraphs>
  <Slides>8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9</vt:i4>
      </vt:variant>
      <vt:variant>
        <vt:lpstr>Design</vt:lpstr>
      </vt:variant>
      <vt:variant>
        <vt:i4>2</vt:i4>
      </vt:variant>
      <vt:variant>
        <vt:lpstr>Folientitel</vt:lpstr>
      </vt:variant>
      <vt:variant>
        <vt:i4>8</vt:i4>
      </vt:variant>
    </vt:vector>
  </HeadingPairs>
  <TitlesOfParts>
    <vt:vector size="19" baseType="lpstr">
      <vt:lpstr>Aptos</vt:lpstr>
      <vt:lpstr>Aptos Display</vt:lpstr>
      <vt:lpstr>Arial</vt:lpstr>
      <vt:lpstr>Bebas Neue</vt:lpstr>
      <vt:lpstr>Fira Sans Extra Condensed Medium</vt:lpstr>
      <vt:lpstr>Overpass</vt:lpstr>
      <vt:lpstr>Overpass ExtraLight</vt:lpstr>
      <vt:lpstr>Overpass Light</vt:lpstr>
      <vt:lpstr>Roboto Slab Light</vt:lpstr>
      <vt:lpstr>Office Theme</vt:lpstr>
      <vt:lpstr>Minimal Marketing by Slidesgo XL</vt:lpstr>
      <vt:lpstr>Robotic Arm</vt:lpstr>
      <vt:lpstr>PowerPoint-Präsentation</vt:lpstr>
      <vt:lpstr>Color Sensor</vt:lpstr>
      <vt:lpstr>PowerPoint-Präsentation</vt:lpstr>
      <vt:lpstr>PowerPoint-Präsentation</vt:lpstr>
      <vt:lpstr>Class diagrams</vt:lpstr>
      <vt:lpstr>Conveyor belt motor</vt:lpstr>
      <vt:lpstr>Distance sensor (HC-SR04)</vt:lpstr>
    </vt:vector>
  </TitlesOfParts>
  <Company>Infineon Technologies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Color Sensor</dc:title>
  <dc:creator>Zakhary Andrew Antwan Mikheal Fahmy (GIP GEMS LMP TM LP)</dc:creator>
  <cp:lastModifiedBy>Andrew Antwan</cp:lastModifiedBy>
  <cp:revision>26</cp:revision>
  <dcterms:created xsi:type="dcterms:W3CDTF">2024-07-01T08:55:06Z</dcterms:created>
  <dcterms:modified xsi:type="dcterms:W3CDTF">2024-07-02T09:16:17Z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a15a25aa-e944-415d-b7a7-40f6b9180b6b_Enabled">
    <vt:lpwstr>true</vt:lpwstr>
  </property>
  <property fmtid="{D5CDD505-2E9C-101B-9397-08002B2CF9AE}" pid="3" name="MSIP_Label_a15a25aa-e944-415d-b7a7-40f6b9180b6b_SetDate">
    <vt:lpwstr>2024-07-01T09:13:20Z</vt:lpwstr>
  </property>
  <property fmtid="{D5CDD505-2E9C-101B-9397-08002B2CF9AE}" pid="4" name="MSIP_Label_a15a25aa-e944-415d-b7a7-40f6b9180b6b_Method">
    <vt:lpwstr>Standard</vt:lpwstr>
  </property>
  <property fmtid="{D5CDD505-2E9C-101B-9397-08002B2CF9AE}" pid="5" name="MSIP_Label_a15a25aa-e944-415d-b7a7-40f6b9180b6b_Name">
    <vt:lpwstr>a15a25aa-e944-415d-b7a7-40f6b9180b6b</vt:lpwstr>
  </property>
  <property fmtid="{D5CDD505-2E9C-101B-9397-08002B2CF9AE}" pid="6" name="MSIP_Label_a15a25aa-e944-415d-b7a7-40f6b9180b6b_SiteId">
    <vt:lpwstr>eeb8d0e8-3544-41d3-aac6-934c309faf5a</vt:lpwstr>
  </property>
  <property fmtid="{D5CDD505-2E9C-101B-9397-08002B2CF9AE}" pid="7" name="MSIP_Label_a15a25aa-e944-415d-b7a7-40f6b9180b6b_ActionId">
    <vt:lpwstr>a6cf9b14-eca3-490b-956c-e869f6b4631f</vt:lpwstr>
  </property>
  <property fmtid="{D5CDD505-2E9C-101B-9397-08002B2CF9AE}" pid="8" name="MSIP_Label_a15a25aa-e944-415d-b7a7-40f6b9180b6b_ContentBits">
    <vt:lpwstr>0</vt:lpwstr>
  </property>
</Properties>
</file>