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696" r:id="rId2"/>
  </p:sldMasterIdLst>
  <p:notesMasterIdLst>
    <p:notesMasterId r:id="rId11"/>
  </p:notesMasterIdLst>
  <p:sldIdLst>
    <p:sldId id="256" r:id="rId3"/>
    <p:sldId id="258" r:id="rId4"/>
    <p:sldId id="257" r:id="rId5"/>
    <p:sldId id="304" r:id="rId6"/>
    <p:sldId id="305" r:id="rId7"/>
    <p:sldId id="307" r:id="rId8"/>
    <p:sldId id="308" r:id="rId9"/>
    <p:sldId id="309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CFF5"/>
    <a:srgbClr val="D09E00"/>
    <a:srgbClr val="0C8EA0"/>
    <a:srgbClr val="FBD803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BE069-02B8-46F4-B7A3-1901DE6586F4}" type="datetimeFigureOut">
              <a:rPr lang="de-DE" smtClean="0"/>
              <a:t>02.07.2024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227CC4-06CF-4FEC-A33B-17F3560009F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4359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75185-A90A-E478-16DB-4A37D8E08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CD8A28-4549-A3F3-63D0-FBFAF219C4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606CF-C30E-29AD-306E-9A589F97C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F8456-1700-4EA4-A2A0-74C427A51EE5}" type="datetime1">
              <a:rPr lang="de-DE" smtClean="0"/>
              <a:t>02.07.2024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22825-1456-18CE-723C-73C235E97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22476-E0A6-ED2D-4D76-29229F24A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54DB-8464-4BDD-8B82-7D45619E763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5031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69350-0A9B-E6FC-9A36-78FAFCA19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31B03-B029-365C-E12A-B04F609AB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994F9-BC26-0322-FC72-A13B9B0F7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EFCD7-0297-4B70-8FAF-CE89BCC2C0EF}" type="datetime1">
              <a:rPr lang="de-DE" smtClean="0"/>
              <a:t>02.07.2024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D0727-29AE-752C-1818-1F89B0BEF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8B0E7-443A-E6E8-3D98-6085348F1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54DB-8464-4BDD-8B82-7D45619E763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0189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48DC4-7AB6-5D1D-4C52-4D27CBBD5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99701-2D25-ECB1-1DC8-9F5C14B27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D652F-E3C6-CF8C-3635-B00247291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A0439-DE99-4CFC-91C2-A37EF2E8D996}" type="datetime1">
              <a:rPr lang="de-DE" smtClean="0"/>
              <a:t>02.07.2024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5E375-C065-5AB6-1C1D-53B8CD3CB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9CDA0-BFE7-0E61-1056-287F2D99A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54DB-8464-4BDD-8B82-7D45619E763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6326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C1930-E52C-DFF0-B401-CCDA57398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2C48E-1CA0-482A-426F-0776B87D95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7D652F-B078-D54E-2C20-7F41C701C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440509-E474-DD04-570E-899D48BEF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CB787-971D-436C-B5AE-A01BABBC73F2}" type="datetime1">
              <a:rPr lang="de-DE" smtClean="0"/>
              <a:t>02.07.2024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1B57F-4E23-589F-FBCA-FF1ACA6C9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5A85DA-47F0-5F13-EB5C-957430632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54DB-8464-4BDD-8B82-7D45619E763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4368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22F11-1F2F-FF29-C9B1-74CE9CE35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92C1D-2D9C-8091-42F0-D2693CF6F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EF589A-82B9-C6DD-CD27-46E38D5976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CD790B-C56B-72E2-7D67-77029B28F0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F36D12-B189-1FD1-7190-478EC427A6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65C638-398C-29AB-9F2E-20801C7B8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3F3DA-6843-410E-9B23-A23F269E2F16}" type="datetime1">
              <a:rPr lang="de-DE" smtClean="0"/>
              <a:t>02.07.2024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244BDE-8E7F-7091-1590-98D332B33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16423A-649F-5F21-7C26-8C4549D86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54DB-8464-4BDD-8B82-7D45619E763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0181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ED6ED-FDD4-E78B-F066-DEE0120D4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81D9E-0C3C-DB39-BD58-A0DA46B03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8DB25-95F7-45BA-B624-A449C55505B0}" type="datetime1">
              <a:rPr lang="de-DE" smtClean="0"/>
              <a:t>02.07.2024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515A4F-931D-0805-C095-0BB8549B8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F14EC8-7EEC-F2F6-5298-3744A7C41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54DB-8464-4BDD-8B82-7D45619E763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32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764041-2876-5094-FCBE-034A855F5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CF805-D511-42A6-A4A5-181398426734}" type="datetime1">
              <a:rPr lang="de-DE" smtClean="0"/>
              <a:t>02.07.2024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602904-1DBC-02C5-B44F-463007BE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BDFEA-23F8-998B-2222-BD334CE9D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54DB-8464-4BDD-8B82-7D45619E763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1153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43C1E-F427-AE6D-6C0D-522F3747A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FFC79-73AE-8441-F936-75F3C295C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F640FC-22D5-7B38-AB56-D283E6858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8AE5F-20E0-C56B-29B3-96D68A576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DC2F2-4D53-4617-B79C-89FED9AAE824}" type="datetime1">
              <a:rPr lang="de-DE" smtClean="0"/>
              <a:t>02.07.2024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6A507-113B-FBB5-0B0C-B4BB90C6D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DED15B-001F-4C6C-1162-176CE7988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54DB-8464-4BDD-8B82-7D45619E763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9377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B00C4-AC4B-7BFE-E805-18BD9CC7F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21C7A-D822-914B-2CA6-3EC044FE2E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D33341-EEE2-DF1B-12B5-CCA6A1D6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69419-5BCB-8944-F3FE-12C4456FE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E0659-C598-41D5-AA5F-67728C2E67C9}" type="datetime1">
              <a:rPr lang="de-DE" smtClean="0"/>
              <a:t>02.07.2024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D4E3C-E1E4-8206-A8B9-1CCB6DB5D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3DB06-570D-F72E-8EF7-D293C95A0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54DB-8464-4BDD-8B82-7D45619E763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095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75A1D-E9DE-BB71-4D78-0A935B985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49316-C2CA-7911-75BA-6DE388352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DEAAF-4173-487B-2DE5-2DC7A1B36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F25A9-AFBB-4DBD-914B-FBEEC84B3229}" type="datetime1">
              <a:rPr lang="de-DE" smtClean="0"/>
              <a:t>02.07.2024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4789-F679-8C13-5D0E-633C17375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00A0F-611F-D7EC-2BA4-BE7103BD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54DB-8464-4BDD-8B82-7D45619E763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3033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DCDCA7-F969-08A4-BC29-9A488CE7A9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F625F-123E-F017-7423-F8B07D65AA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23972-E2E1-ADED-A4B7-2550070D1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40F57-ED7F-4037-AD95-FEB37228F641}" type="datetime1">
              <a:rPr lang="de-DE" smtClean="0"/>
              <a:t>02.07.2024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A01D1-E31B-FCDC-26EA-1BE9F0C60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F5BBF-DA24-1AE1-C8BC-EF9DB2B1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54DB-8464-4BDD-8B82-7D45619E763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3004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" name="Google Shape;10;p2"/>
          <p:cNvSpPr/>
          <p:nvPr/>
        </p:nvSpPr>
        <p:spPr>
          <a:xfrm>
            <a:off x="-125933" y="3429000"/>
            <a:ext cx="12410800" cy="345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1" name="Google Shape;11;p2"/>
          <p:cNvGrpSpPr/>
          <p:nvPr/>
        </p:nvGrpSpPr>
        <p:grpSpPr>
          <a:xfrm>
            <a:off x="137633" y="3429000"/>
            <a:ext cx="11921200" cy="3308800"/>
            <a:chOff x="103225" y="2571750"/>
            <a:chExt cx="8940900" cy="2481600"/>
          </a:xfrm>
        </p:grpSpPr>
        <p:cxnSp>
          <p:nvCxnSpPr>
            <p:cNvPr id="12" name="Google Shape;12;p2"/>
            <p:cNvCxnSpPr/>
            <p:nvPr/>
          </p:nvCxnSpPr>
          <p:spPr>
            <a:xfrm>
              <a:off x="103225" y="2571750"/>
              <a:ext cx="0" cy="24816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9044125" y="2571750"/>
              <a:ext cx="0" cy="24816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103225" y="5053350"/>
              <a:ext cx="89409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" name="Google Shape;15;p2"/>
          <p:cNvSpPr txBox="1"/>
          <p:nvPr/>
        </p:nvSpPr>
        <p:spPr>
          <a:xfrm>
            <a:off x="6262900" y="1760300"/>
            <a:ext cx="4822400" cy="23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80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882433" y="3970400"/>
            <a:ext cx="3202800" cy="9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Roboto Slab Light"/>
              <a:ea typeface="Roboto Slab Light"/>
              <a:cs typeface="Roboto Slab Light"/>
              <a:sym typeface="Roboto Slab Light"/>
            </a:endParaRPr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2926367" y="1943000"/>
            <a:ext cx="6339200" cy="29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3153033" y="4908800"/>
            <a:ext cx="5890400" cy="49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533709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" name="Google Shape;21;p3"/>
          <p:cNvSpPr/>
          <p:nvPr/>
        </p:nvSpPr>
        <p:spPr>
          <a:xfrm>
            <a:off x="4987333" y="2487517"/>
            <a:ext cx="7297600" cy="151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22" name="Google Shape;22;p3"/>
          <p:cNvCxnSpPr/>
          <p:nvPr/>
        </p:nvCxnSpPr>
        <p:spPr>
          <a:xfrm>
            <a:off x="12056833" y="2503733"/>
            <a:ext cx="3200" cy="1482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23;p3"/>
          <p:cNvSpPr txBox="1">
            <a:spLocks noGrp="1"/>
          </p:cNvSpPr>
          <p:nvPr>
            <p:ph type="title" hasCustomPrompt="1"/>
          </p:nvPr>
        </p:nvSpPr>
        <p:spPr>
          <a:xfrm>
            <a:off x="2736267" y="2668567"/>
            <a:ext cx="2217600" cy="124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3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2"/>
          </p:nvPr>
        </p:nvSpPr>
        <p:spPr>
          <a:xfrm>
            <a:off x="5939067" y="2337731"/>
            <a:ext cx="5762000" cy="16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verpass"/>
              <a:buNone/>
              <a:defRPr sz="128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5957607" y="4175527"/>
            <a:ext cx="5112000" cy="84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0217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" name="Google Shape;28;p4"/>
          <p:cNvSpPr txBox="1">
            <a:spLocks noGrp="1"/>
          </p:cNvSpPr>
          <p:nvPr>
            <p:ph type="subTitle" idx="1"/>
          </p:nvPr>
        </p:nvSpPr>
        <p:spPr>
          <a:xfrm>
            <a:off x="828767" y="1637916"/>
            <a:ext cx="10504400" cy="4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833733" y="421084"/>
            <a:ext cx="10272000" cy="9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54897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" name="Google Shape;32;p5"/>
          <p:cNvSpPr/>
          <p:nvPr/>
        </p:nvSpPr>
        <p:spPr>
          <a:xfrm>
            <a:off x="4252763" y="-81933"/>
            <a:ext cx="8222000" cy="700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311800" y="2392400"/>
            <a:ext cx="3710400" cy="207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1"/>
          </p:nvPr>
        </p:nvSpPr>
        <p:spPr>
          <a:xfrm>
            <a:off x="5537704" y="4195735"/>
            <a:ext cx="2450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2"/>
          </p:nvPr>
        </p:nvSpPr>
        <p:spPr>
          <a:xfrm>
            <a:off x="5208504" y="4611148"/>
            <a:ext cx="2779600" cy="1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3"/>
          </p:nvPr>
        </p:nvSpPr>
        <p:spPr>
          <a:xfrm>
            <a:off x="8498983" y="773859"/>
            <a:ext cx="25600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4"/>
          </p:nvPr>
        </p:nvSpPr>
        <p:spPr>
          <a:xfrm>
            <a:off x="8498985" y="1177955"/>
            <a:ext cx="2776400" cy="1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24960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22600" y="2531200"/>
            <a:ext cx="2892400" cy="179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779112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subTitle" idx="1"/>
          </p:nvPr>
        </p:nvSpPr>
        <p:spPr>
          <a:xfrm>
            <a:off x="6485267" y="3026200"/>
            <a:ext cx="4755600" cy="15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6485267" y="2262600"/>
            <a:ext cx="511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 sz="4667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6421951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" name="Google Shape;47;p8"/>
          <p:cNvSpPr/>
          <p:nvPr/>
        </p:nvSpPr>
        <p:spPr>
          <a:xfrm>
            <a:off x="-203200" y="3648100"/>
            <a:ext cx="6774400" cy="285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48" name="Google Shape;48;p8"/>
          <p:cNvCxnSpPr/>
          <p:nvPr/>
        </p:nvCxnSpPr>
        <p:spPr>
          <a:xfrm>
            <a:off x="135700" y="3648100"/>
            <a:ext cx="0" cy="28552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" name="Google Shape;49;p8"/>
          <p:cNvSpPr txBox="1">
            <a:spLocks noGrp="1"/>
          </p:cNvSpPr>
          <p:nvPr>
            <p:ph type="subTitle" idx="1"/>
          </p:nvPr>
        </p:nvSpPr>
        <p:spPr>
          <a:xfrm>
            <a:off x="3386767" y="5570700"/>
            <a:ext cx="2790800" cy="65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subTitle" idx="2"/>
          </p:nvPr>
        </p:nvSpPr>
        <p:spPr>
          <a:xfrm>
            <a:off x="950967" y="3978932"/>
            <a:ext cx="5144800" cy="16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28895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>
            <a:off x="-117633" y="1120600"/>
            <a:ext cx="5597600" cy="151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53" name="Google Shape;53;p9"/>
          <p:cNvCxnSpPr/>
          <p:nvPr/>
        </p:nvCxnSpPr>
        <p:spPr>
          <a:xfrm>
            <a:off x="138400" y="1121100"/>
            <a:ext cx="0" cy="1515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" name="Google Shape;54;p9"/>
          <p:cNvSpPr txBox="1">
            <a:spLocks noGrp="1"/>
          </p:cNvSpPr>
          <p:nvPr>
            <p:ph type="subTitle" idx="1"/>
          </p:nvPr>
        </p:nvSpPr>
        <p:spPr>
          <a:xfrm>
            <a:off x="6096000" y="1066600"/>
            <a:ext cx="4755600" cy="15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950967" y="1389241"/>
            <a:ext cx="511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 sz="46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1024007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1"/>
          </p:nvPr>
        </p:nvSpPr>
        <p:spPr>
          <a:xfrm>
            <a:off x="3047923" y="421785"/>
            <a:ext cx="6630400" cy="20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6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25134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dk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/>
          <p:nvPr/>
        </p:nvSpPr>
        <p:spPr>
          <a:xfrm>
            <a:off x="-154833" y="3415700"/>
            <a:ext cx="12374800" cy="189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" name="Google Shape;62;p11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2749051" y="965167"/>
            <a:ext cx="6692000" cy="24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26666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title" idx="2"/>
          </p:nvPr>
        </p:nvSpPr>
        <p:spPr>
          <a:xfrm>
            <a:off x="3314073" y="3828633"/>
            <a:ext cx="5556800" cy="10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42396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715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Google Shape;67;p13"/>
          <p:cNvCxnSpPr/>
          <p:nvPr/>
        </p:nvCxnSpPr>
        <p:spPr>
          <a:xfrm>
            <a:off x="143967" y="2768067"/>
            <a:ext cx="0" cy="1348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" name="Google Shape;68;p13"/>
          <p:cNvCxnSpPr/>
          <p:nvPr/>
        </p:nvCxnSpPr>
        <p:spPr>
          <a:xfrm>
            <a:off x="12053832" y="2768067"/>
            <a:ext cx="0" cy="1348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" name="Google Shape;69;p13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/>
          </p:nvPr>
        </p:nvSpPr>
        <p:spPr>
          <a:xfrm>
            <a:off x="833700" y="499591"/>
            <a:ext cx="51360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2" hasCustomPrompt="1"/>
          </p:nvPr>
        </p:nvSpPr>
        <p:spPr>
          <a:xfrm>
            <a:off x="2723987" y="1806584"/>
            <a:ext cx="1288000" cy="6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"/>
          </p:nvPr>
        </p:nvSpPr>
        <p:spPr>
          <a:xfrm>
            <a:off x="2118387" y="2555500"/>
            <a:ext cx="24992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3"/>
          </p:nvPr>
        </p:nvSpPr>
        <p:spPr>
          <a:xfrm>
            <a:off x="1953387" y="2927787"/>
            <a:ext cx="28292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 idx="4" hasCustomPrompt="1"/>
          </p:nvPr>
        </p:nvSpPr>
        <p:spPr>
          <a:xfrm>
            <a:off x="6056300" y="1806584"/>
            <a:ext cx="1288000" cy="6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5"/>
          </p:nvPr>
        </p:nvSpPr>
        <p:spPr>
          <a:xfrm>
            <a:off x="5450700" y="2544936"/>
            <a:ext cx="2499200" cy="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6"/>
          </p:nvPr>
        </p:nvSpPr>
        <p:spPr>
          <a:xfrm>
            <a:off x="5137300" y="2927787"/>
            <a:ext cx="31260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title" idx="7" hasCustomPrompt="1"/>
          </p:nvPr>
        </p:nvSpPr>
        <p:spPr>
          <a:xfrm>
            <a:off x="9325741" y="1806584"/>
            <a:ext cx="1288000" cy="6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8"/>
          </p:nvPr>
        </p:nvSpPr>
        <p:spPr>
          <a:xfrm>
            <a:off x="8721941" y="2544924"/>
            <a:ext cx="2495600" cy="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9"/>
          </p:nvPr>
        </p:nvSpPr>
        <p:spPr>
          <a:xfrm>
            <a:off x="8458341" y="2927787"/>
            <a:ext cx="30228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13" hasCustomPrompt="1"/>
          </p:nvPr>
        </p:nvSpPr>
        <p:spPr>
          <a:xfrm>
            <a:off x="2723987" y="4321769"/>
            <a:ext cx="12880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14"/>
          </p:nvPr>
        </p:nvSpPr>
        <p:spPr>
          <a:xfrm>
            <a:off x="2118387" y="5107900"/>
            <a:ext cx="24992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15"/>
          </p:nvPr>
        </p:nvSpPr>
        <p:spPr>
          <a:xfrm>
            <a:off x="1953387" y="5453099"/>
            <a:ext cx="28292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16" hasCustomPrompt="1"/>
          </p:nvPr>
        </p:nvSpPr>
        <p:spPr>
          <a:xfrm>
            <a:off x="6056300" y="4321769"/>
            <a:ext cx="12880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17"/>
          </p:nvPr>
        </p:nvSpPr>
        <p:spPr>
          <a:xfrm>
            <a:off x="5452500" y="5107900"/>
            <a:ext cx="24956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8"/>
          </p:nvPr>
        </p:nvSpPr>
        <p:spPr>
          <a:xfrm>
            <a:off x="5226100" y="5455169"/>
            <a:ext cx="29484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9" hasCustomPrompt="1"/>
          </p:nvPr>
        </p:nvSpPr>
        <p:spPr>
          <a:xfrm>
            <a:off x="9325741" y="4321769"/>
            <a:ext cx="12880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20"/>
          </p:nvPr>
        </p:nvSpPr>
        <p:spPr>
          <a:xfrm>
            <a:off x="8721941" y="5107900"/>
            <a:ext cx="24956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21"/>
          </p:nvPr>
        </p:nvSpPr>
        <p:spPr>
          <a:xfrm>
            <a:off x="8495541" y="5455169"/>
            <a:ext cx="29484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262872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200" y="2765395"/>
            <a:ext cx="12192000" cy="1349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91" name="Google Shape;91;p14"/>
          <p:cNvCxnSpPr/>
          <p:nvPr/>
        </p:nvCxnSpPr>
        <p:spPr>
          <a:xfrm>
            <a:off x="143967" y="2768067"/>
            <a:ext cx="0" cy="1348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" name="Google Shape;92;p14"/>
          <p:cNvCxnSpPr/>
          <p:nvPr/>
        </p:nvCxnSpPr>
        <p:spPr>
          <a:xfrm>
            <a:off x="12053832" y="2768067"/>
            <a:ext cx="0" cy="1348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" name="Google Shape;93;p14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28000" y="2953135"/>
            <a:ext cx="51360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title" idx="2" hasCustomPrompt="1"/>
          </p:nvPr>
        </p:nvSpPr>
        <p:spPr>
          <a:xfrm>
            <a:off x="2906077" y="788188"/>
            <a:ext cx="3121200" cy="6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96" name="Google Shape;96;p14"/>
          <p:cNvSpPr txBox="1">
            <a:spLocks noGrp="1"/>
          </p:cNvSpPr>
          <p:nvPr>
            <p:ph type="subTitle" idx="1"/>
          </p:nvPr>
        </p:nvSpPr>
        <p:spPr>
          <a:xfrm>
            <a:off x="2906077" y="1580135"/>
            <a:ext cx="31212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subTitle" idx="3"/>
          </p:nvPr>
        </p:nvSpPr>
        <p:spPr>
          <a:xfrm>
            <a:off x="2906077" y="1973937"/>
            <a:ext cx="31212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title" idx="4" hasCustomPrompt="1"/>
          </p:nvPr>
        </p:nvSpPr>
        <p:spPr>
          <a:xfrm>
            <a:off x="6164192" y="788188"/>
            <a:ext cx="3121200" cy="6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5"/>
          </p:nvPr>
        </p:nvSpPr>
        <p:spPr>
          <a:xfrm>
            <a:off x="6164192" y="1569571"/>
            <a:ext cx="3121200" cy="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ubTitle" idx="6"/>
          </p:nvPr>
        </p:nvSpPr>
        <p:spPr>
          <a:xfrm>
            <a:off x="6161792" y="1973937"/>
            <a:ext cx="31260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title" idx="7" hasCustomPrompt="1"/>
          </p:nvPr>
        </p:nvSpPr>
        <p:spPr>
          <a:xfrm>
            <a:off x="2906077" y="4321769"/>
            <a:ext cx="31212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102" name="Google Shape;102;p14"/>
          <p:cNvSpPr txBox="1">
            <a:spLocks noGrp="1"/>
          </p:cNvSpPr>
          <p:nvPr>
            <p:ph type="subTitle" idx="8"/>
          </p:nvPr>
        </p:nvSpPr>
        <p:spPr>
          <a:xfrm>
            <a:off x="2906077" y="5131208"/>
            <a:ext cx="31212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subTitle" idx="9"/>
          </p:nvPr>
        </p:nvSpPr>
        <p:spPr>
          <a:xfrm>
            <a:off x="2906077" y="5510473"/>
            <a:ext cx="31212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title" idx="13" hasCustomPrompt="1"/>
          </p:nvPr>
        </p:nvSpPr>
        <p:spPr>
          <a:xfrm>
            <a:off x="6164192" y="4321769"/>
            <a:ext cx="31212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105" name="Google Shape;105;p14"/>
          <p:cNvSpPr txBox="1">
            <a:spLocks noGrp="1"/>
          </p:cNvSpPr>
          <p:nvPr>
            <p:ph type="subTitle" idx="14"/>
          </p:nvPr>
        </p:nvSpPr>
        <p:spPr>
          <a:xfrm>
            <a:off x="6164192" y="5131208"/>
            <a:ext cx="31212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subTitle" idx="15"/>
          </p:nvPr>
        </p:nvSpPr>
        <p:spPr>
          <a:xfrm>
            <a:off x="6164192" y="5510473"/>
            <a:ext cx="31212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81376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/>
          <p:nvPr/>
        </p:nvSpPr>
        <p:spPr>
          <a:xfrm>
            <a:off x="7874500" y="1165433"/>
            <a:ext cx="4367600" cy="151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9" name="Google Shape;109;p15"/>
          <p:cNvSpPr/>
          <p:nvPr/>
        </p:nvSpPr>
        <p:spPr>
          <a:xfrm>
            <a:off x="-96900" y="2670533"/>
            <a:ext cx="5597600" cy="151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0" name="Google Shape;110;p15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1" name="Google Shape;111;p15"/>
          <p:cNvSpPr txBox="1">
            <a:spLocks noGrp="1"/>
          </p:cNvSpPr>
          <p:nvPr>
            <p:ph type="title" hasCustomPrompt="1"/>
          </p:nvPr>
        </p:nvSpPr>
        <p:spPr>
          <a:xfrm>
            <a:off x="5939067" y="1281817"/>
            <a:ext cx="2217600" cy="124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3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12" name="Google Shape;112;p15"/>
          <p:cNvSpPr txBox="1">
            <a:spLocks noGrp="1"/>
          </p:cNvSpPr>
          <p:nvPr>
            <p:ph type="title" idx="2"/>
          </p:nvPr>
        </p:nvSpPr>
        <p:spPr>
          <a:xfrm>
            <a:off x="5939067" y="2606616"/>
            <a:ext cx="5762000" cy="164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verpass"/>
              <a:buNone/>
              <a:defRPr sz="12800" b="1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sp>
        <p:nvSpPr>
          <p:cNvPr id="113" name="Google Shape;113;p15"/>
          <p:cNvSpPr txBox="1">
            <a:spLocks noGrp="1"/>
          </p:cNvSpPr>
          <p:nvPr>
            <p:ph type="subTitle" idx="1"/>
          </p:nvPr>
        </p:nvSpPr>
        <p:spPr>
          <a:xfrm>
            <a:off x="5939067" y="4211385"/>
            <a:ext cx="5112000" cy="84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14" name="Google Shape;114;p15"/>
          <p:cNvCxnSpPr/>
          <p:nvPr/>
        </p:nvCxnSpPr>
        <p:spPr>
          <a:xfrm>
            <a:off x="12056833" y="1176483"/>
            <a:ext cx="3200" cy="1482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" name="Google Shape;115;p15"/>
          <p:cNvCxnSpPr/>
          <p:nvPr/>
        </p:nvCxnSpPr>
        <p:spPr>
          <a:xfrm>
            <a:off x="135713" y="2686733"/>
            <a:ext cx="3200" cy="1482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0973385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bg>
      <p:bgPr>
        <a:solidFill>
          <a:schemeClr val="dk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8" name="Google Shape;118;p16"/>
          <p:cNvSpPr txBox="1">
            <a:spLocks noGrp="1"/>
          </p:cNvSpPr>
          <p:nvPr>
            <p:ph type="title" hasCustomPrompt="1"/>
          </p:nvPr>
        </p:nvSpPr>
        <p:spPr>
          <a:xfrm>
            <a:off x="1423740" y="2689328"/>
            <a:ext cx="2217600" cy="124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 idx="2"/>
          </p:nvPr>
        </p:nvSpPr>
        <p:spPr>
          <a:xfrm>
            <a:off x="3606640" y="2249972"/>
            <a:ext cx="5762000" cy="16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verpass"/>
              <a:buNone/>
              <a:defRPr sz="128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ubTitle" idx="1"/>
          </p:nvPr>
        </p:nvSpPr>
        <p:spPr>
          <a:xfrm>
            <a:off x="7987395" y="2689333"/>
            <a:ext cx="2582000" cy="147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06400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chemeClr val="dk1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>
            <a:spLocks noGrp="1"/>
          </p:cNvSpPr>
          <p:nvPr>
            <p:ph type="title"/>
          </p:nvPr>
        </p:nvSpPr>
        <p:spPr>
          <a:xfrm>
            <a:off x="8360800" y="2531200"/>
            <a:ext cx="2892400" cy="179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0761902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bg>
      <p:bgPr>
        <a:solidFill>
          <a:schemeClr val="dk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>
            <a:spLocks noGrp="1"/>
          </p:cNvSpPr>
          <p:nvPr>
            <p:ph type="title"/>
          </p:nvPr>
        </p:nvSpPr>
        <p:spPr>
          <a:xfrm>
            <a:off x="950967" y="525580"/>
            <a:ext cx="2892400" cy="179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8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6998564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 number 1">
    <p:bg>
      <p:bgPr>
        <a:solidFill>
          <a:schemeClr val="dk1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/>
          <p:nvPr/>
        </p:nvSpPr>
        <p:spPr>
          <a:xfrm>
            <a:off x="6103933" y="1529367"/>
            <a:ext cx="6116000" cy="377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9" name="Google Shape;129;p19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0" name="Google Shape;130;p19"/>
          <p:cNvSpPr txBox="1">
            <a:spLocks noGrp="1"/>
          </p:cNvSpPr>
          <p:nvPr>
            <p:ph type="title" hasCustomPrompt="1"/>
          </p:nvPr>
        </p:nvSpPr>
        <p:spPr>
          <a:xfrm>
            <a:off x="777975" y="2165667"/>
            <a:ext cx="5145200" cy="24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26666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1" name="Google Shape;131;p19"/>
          <p:cNvSpPr txBox="1">
            <a:spLocks noGrp="1"/>
          </p:cNvSpPr>
          <p:nvPr>
            <p:ph type="title" idx="2"/>
          </p:nvPr>
        </p:nvSpPr>
        <p:spPr>
          <a:xfrm>
            <a:off x="6725767" y="1916933"/>
            <a:ext cx="3980000" cy="29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7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31105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4" name="Google Shape;134;p20"/>
          <p:cNvSpPr txBox="1">
            <a:spLocks noGrp="1"/>
          </p:cNvSpPr>
          <p:nvPr>
            <p:ph type="subTitle" idx="1"/>
          </p:nvPr>
        </p:nvSpPr>
        <p:spPr>
          <a:xfrm>
            <a:off x="6298667" y="3916187"/>
            <a:ext cx="2790800" cy="65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endParaRPr/>
          </a:p>
        </p:txBody>
      </p:sp>
      <p:sp>
        <p:nvSpPr>
          <p:cNvPr id="135" name="Google Shape;135;p20"/>
          <p:cNvSpPr txBox="1">
            <a:spLocks noGrp="1"/>
          </p:cNvSpPr>
          <p:nvPr>
            <p:ph type="subTitle" idx="2"/>
          </p:nvPr>
        </p:nvSpPr>
        <p:spPr>
          <a:xfrm>
            <a:off x="6298667" y="2269351"/>
            <a:ext cx="4954400" cy="16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3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64268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/>
          <p:nvPr/>
        </p:nvSpPr>
        <p:spPr>
          <a:xfrm>
            <a:off x="4240800" y="-75500"/>
            <a:ext cx="3710400" cy="700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" name="Google Shape;138;p21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9" name="Google Shape;139;p21"/>
          <p:cNvSpPr txBox="1">
            <a:spLocks noGrp="1"/>
          </p:cNvSpPr>
          <p:nvPr>
            <p:ph type="title"/>
          </p:nvPr>
        </p:nvSpPr>
        <p:spPr>
          <a:xfrm>
            <a:off x="4240800" y="393053"/>
            <a:ext cx="3710400" cy="207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1"/>
          <p:cNvSpPr txBox="1">
            <a:spLocks noGrp="1"/>
          </p:cNvSpPr>
          <p:nvPr>
            <p:ph type="subTitle" idx="1"/>
          </p:nvPr>
        </p:nvSpPr>
        <p:spPr>
          <a:xfrm>
            <a:off x="1260539" y="3796301"/>
            <a:ext cx="2450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1" name="Google Shape;141;p21"/>
          <p:cNvSpPr txBox="1">
            <a:spLocks noGrp="1"/>
          </p:cNvSpPr>
          <p:nvPr>
            <p:ph type="subTitle" idx="2"/>
          </p:nvPr>
        </p:nvSpPr>
        <p:spPr>
          <a:xfrm>
            <a:off x="931339" y="4211715"/>
            <a:ext cx="2779600" cy="1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endParaRPr/>
          </a:p>
        </p:txBody>
      </p:sp>
      <p:sp>
        <p:nvSpPr>
          <p:cNvPr id="142" name="Google Shape;142;p21"/>
          <p:cNvSpPr txBox="1">
            <a:spLocks noGrp="1"/>
          </p:cNvSpPr>
          <p:nvPr>
            <p:ph type="subTitle" idx="3"/>
          </p:nvPr>
        </p:nvSpPr>
        <p:spPr>
          <a:xfrm>
            <a:off x="8420456" y="3796292"/>
            <a:ext cx="25600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subTitle" idx="4"/>
          </p:nvPr>
        </p:nvSpPr>
        <p:spPr>
          <a:xfrm>
            <a:off x="8420456" y="4200388"/>
            <a:ext cx="2776400" cy="1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679257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6" name="Google Shape;146;p22"/>
          <p:cNvSpPr txBox="1">
            <a:spLocks noGrp="1"/>
          </p:cNvSpPr>
          <p:nvPr>
            <p:ph type="subTitle" idx="1"/>
          </p:nvPr>
        </p:nvSpPr>
        <p:spPr>
          <a:xfrm>
            <a:off x="833733" y="1623633"/>
            <a:ext cx="5189600" cy="45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67732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marR="67732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marR="67732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marR="67732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marR="67732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marR="67732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marR="67732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marR="67732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marR="67732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47" name="Google Shape;147;p22"/>
          <p:cNvSpPr txBox="1">
            <a:spLocks noGrp="1"/>
          </p:cNvSpPr>
          <p:nvPr>
            <p:ph type="title"/>
          </p:nvPr>
        </p:nvSpPr>
        <p:spPr>
          <a:xfrm>
            <a:off x="833733" y="421084"/>
            <a:ext cx="10272000" cy="9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2"/>
          <p:cNvSpPr txBox="1">
            <a:spLocks noGrp="1"/>
          </p:cNvSpPr>
          <p:nvPr>
            <p:ph type="subTitle" idx="2"/>
          </p:nvPr>
        </p:nvSpPr>
        <p:spPr>
          <a:xfrm>
            <a:off x="6095997" y="1623633"/>
            <a:ext cx="5072400" cy="45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67732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marR="67732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marR="67732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marR="67732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marR="67732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marR="67732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marR="67732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marR="67732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marR="67732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05116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932000" y="570833"/>
            <a:ext cx="10328000" cy="8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3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002367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>
            <a:spLocks noGrp="1"/>
          </p:cNvSpPr>
          <p:nvPr>
            <p:ph type="title"/>
          </p:nvPr>
        </p:nvSpPr>
        <p:spPr>
          <a:xfrm>
            <a:off x="932000" y="570833"/>
            <a:ext cx="10328000" cy="8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4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1459696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bg>
      <p:bgPr>
        <a:solidFill>
          <a:schemeClr val="dk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>
            <a:spLocks noGrp="1"/>
          </p:cNvSpPr>
          <p:nvPr>
            <p:ph type="title"/>
          </p:nvPr>
        </p:nvSpPr>
        <p:spPr>
          <a:xfrm>
            <a:off x="932000" y="992995"/>
            <a:ext cx="2820000" cy="8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5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478445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0" name="Google Shape;160;p26"/>
          <p:cNvSpPr/>
          <p:nvPr/>
        </p:nvSpPr>
        <p:spPr>
          <a:xfrm>
            <a:off x="4223933" y="2001512"/>
            <a:ext cx="7957200" cy="284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61" name="Google Shape;161;p26"/>
          <p:cNvSpPr txBox="1">
            <a:spLocks noGrp="1"/>
          </p:cNvSpPr>
          <p:nvPr>
            <p:ph type="title"/>
          </p:nvPr>
        </p:nvSpPr>
        <p:spPr>
          <a:xfrm>
            <a:off x="720800" y="2531200"/>
            <a:ext cx="2892400" cy="179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6"/>
          <p:cNvSpPr txBox="1">
            <a:spLocks noGrp="1"/>
          </p:cNvSpPr>
          <p:nvPr>
            <p:ph type="subTitle" idx="1"/>
          </p:nvPr>
        </p:nvSpPr>
        <p:spPr>
          <a:xfrm>
            <a:off x="5823052" y="3112647"/>
            <a:ext cx="11704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3" name="Google Shape;163;p26"/>
          <p:cNvSpPr txBox="1">
            <a:spLocks noGrp="1"/>
          </p:cNvSpPr>
          <p:nvPr>
            <p:ph type="subTitle" idx="2"/>
          </p:nvPr>
        </p:nvSpPr>
        <p:spPr>
          <a:xfrm>
            <a:off x="5158652" y="3609559"/>
            <a:ext cx="24992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4" name="Google Shape;164;p26"/>
          <p:cNvSpPr txBox="1">
            <a:spLocks noGrp="1"/>
          </p:cNvSpPr>
          <p:nvPr>
            <p:ph type="subTitle" idx="3"/>
          </p:nvPr>
        </p:nvSpPr>
        <p:spPr>
          <a:xfrm>
            <a:off x="8765367" y="3112647"/>
            <a:ext cx="11704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5" name="Google Shape;165;p26"/>
          <p:cNvSpPr txBox="1">
            <a:spLocks noGrp="1"/>
          </p:cNvSpPr>
          <p:nvPr>
            <p:ph type="subTitle" idx="4"/>
          </p:nvPr>
        </p:nvSpPr>
        <p:spPr>
          <a:xfrm>
            <a:off x="8100967" y="3609559"/>
            <a:ext cx="24992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3569866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bg>
      <p:bgPr>
        <a:solidFill>
          <a:schemeClr val="dk1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/>
          <p:nvPr/>
        </p:nvSpPr>
        <p:spPr>
          <a:xfrm rot="5400000">
            <a:off x="2895500" y="2073833"/>
            <a:ext cx="6880800" cy="271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8" name="Google Shape;168;p27"/>
          <p:cNvGrpSpPr/>
          <p:nvPr/>
        </p:nvGrpSpPr>
        <p:grpSpPr>
          <a:xfrm flipH="1">
            <a:off x="4976418" y="135034"/>
            <a:ext cx="7043484" cy="6580133"/>
            <a:chOff x="101561" y="101275"/>
            <a:chExt cx="4473000" cy="4935100"/>
          </a:xfrm>
        </p:grpSpPr>
        <p:cxnSp>
          <p:nvCxnSpPr>
            <p:cNvPr id="169" name="Google Shape;169;p27"/>
            <p:cNvCxnSpPr/>
            <p:nvPr/>
          </p:nvCxnSpPr>
          <p:spPr>
            <a:xfrm rot="10800000">
              <a:off x="103276" y="3441000"/>
              <a:ext cx="0" cy="1587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27"/>
            <p:cNvCxnSpPr/>
            <p:nvPr/>
          </p:nvCxnSpPr>
          <p:spPr>
            <a:xfrm rot="10800000">
              <a:off x="101561" y="5036375"/>
              <a:ext cx="4473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" name="Google Shape;171;p27"/>
            <p:cNvCxnSpPr/>
            <p:nvPr/>
          </p:nvCxnSpPr>
          <p:spPr>
            <a:xfrm rot="10800000">
              <a:off x="101561" y="101275"/>
              <a:ext cx="4473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2" name="Google Shape;172;p27"/>
            <p:cNvCxnSpPr/>
            <p:nvPr/>
          </p:nvCxnSpPr>
          <p:spPr>
            <a:xfrm rot="10800000">
              <a:off x="103284" y="115475"/>
              <a:ext cx="0" cy="1747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3" name="Google Shape;173;p27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4" name="Google Shape;174;p27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2892400" cy="179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7"/>
          <p:cNvSpPr txBox="1">
            <a:spLocks noGrp="1"/>
          </p:cNvSpPr>
          <p:nvPr>
            <p:ph type="subTitle" idx="1"/>
          </p:nvPr>
        </p:nvSpPr>
        <p:spPr>
          <a:xfrm>
            <a:off x="5086300" y="719333"/>
            <a:ext cx="24992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6" name="Google Shape;176;p27"/>
          <p:cNvSpPr txBox="1">
            <a:spLocks noGrp="1"/>
          </p:cNvSpPr>
          <p:nvPr>
            <p:ph type="subTitle" idx="2"/>
          </p:nvPr>
        </p:nvSpPr>
        <p:spPr>
          <a:xfrm>
            <a:off x="5086300" y="1216259"/>
            <a:ext cx="24992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endParaRPr/>
          </a:p>
        </p:txBody>
      </p:sp>
      <p:sp>
        <p:nvSpPr>
          <p:cNvPr id="177" name="Google Shape;177;p27"/>
          <p:cNvSpPr txBox="1">
            <a:spLocks noGrp="1"/>
          </p:cNvSpPr>
          <p:nvPr>
            <p:ph type="subTitle" idx="3"/>
          </p:nvPr>
        </p:nvSpPr>
        <p:spPr>
          <a:xfrm>
            <a:off x="5086300" y="2719381"/>
            <a:ext cx="24992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8" name="Google Shape;178;p27"/>
          <p:cNvSpPr txBox="1">
            <a:spLocks noGrp="1"/>
          </p:cNvSpPr>
          <p:nvPr>
            <p:ph type="subTitle" idx="4"/>
          </p:nvPr>
        </p:nvSpPr>
        <p:spPr>
          <a:xfrm>
            <a:off x="5086300" y="3216307"/>
            <a:ext cx="24992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endParaRPr/>
          </a:p>
        </p:txBody>
      </p:sp>
      <p:sp>
        <p:nvSpPr>
          <p:cNvPr id="179" name="Google Shape;179;p27"/>
          <p:cNvSpPr txBox="1">
            <a:spLocks noGrp="1"/>
          </p:cNvSpPr>
          <p:nvPr>
            <p:ph type="subTitle" idx="5"/>
          </p:nvPr>
        </p:nvSpPr>
        <p:spPr>
          <a:xfrm>
            <a:off x="5086300" y="4719200"/>
            <a:ext cx="24992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0" name="Google Shape;180;p27"/>
          <p:cNvSpPr txBox="1">
            <a:spLocks noGrp="1"/>
          </p:cNvSpPr>
          <p:nvPr>
            <p:ph type="subTitle" idx="6"/>
          </p:nvPr>
        </p:nvSpPr>
        <p:spPr>
          <a:xfrm>
            <a:off x="5086300" y="5216125"/>
            <a:ext cx="24992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07470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4">
  <p:cSld name="Title and two columns 4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3" name="Google Shape;183;p28"/>
          <p:cNvSpPr/>
          <p:nvPr/>
        </p:nvSpPr>
        <p:spPr>
          <a:xfrm>
            <a:off x="-34632" y="2001512"/>
            <a:ext cx="7957200" cy="284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84" name="Google Shape;184;p28"/>
          <p:cNvSpPr txBox="1">
            <a:spLocks noGrp="1"/>
          </p:cNvSpPr>
          <p:nvPr>
            <p:ph type="title"/>
          </p:nvPr>
        </p:nvSpPr>
        <p:spPr>
          <a:xfrm>
            <a:off x="8522588" y="2531200"/>
            <a:ext cx="2892400" cy="179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8"/>
          <p:cNvSpPr txBox="1">
            <a:spLocks noGrp="1"/>
          </p:cNvSpPr>
          <p:nvPr>
            <p:ph type="subTitle" idx="1"/>
          </p:nvPr>
        </p:nvSpPr>
        <p:spPr>
          <a:xfrm>
            <a:off x="1911419" y="3112647"/>
            <a:ext cx="11704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6" name="Google Shape;186;p28"/>
          <p:cNvSpPr txBox="1">
            <a:spLocks noGrp="1"/>
          </p:cNvSpPr>
          <p:nvPr>
            <p:ph type="subTitle" idx="2"/>
          </p:nvPr>
        </p:nvSpPr>
        <p:spPr>
          <a:xfrm>
            <a:off x="1247019" y="3607579"/>
            <a:ext cx="24992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28"/>
          <p:cNvSpPr txBox="1">
            <a:spLocks noGrp="1"/>
          </p:cNvSpPr>
          <p:nvPr>
            <p:ph type="subTitle" idx="3"/>
          </p:nvPr>
        </p:nvSpPr>
        <p:spPr>
          <a:xfrm>
            <a:off x="5189357" y="3103271"/>
            <a:ext cx="11704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8" name="Google Shape;188;p28"/>
          <p:cNvSpPr txBox="1">
            <a:spLocks noGrp="1"/>
          </p:cNvSpPr>
          <p:nvPr>
            <p:ph type="subTitle" idx="4"/>
          </p:nvPr>
        </p:nvSpPr>
        <p:spPr>
          <a:xfrm>
            <a:off x="4524957" y="3607579"/>
            <a:ext cx="24992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32115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5">
  <p:cSld name="Title and two columns 5">
    <p:bg>
      <p:bgPr>
        <a:solidFill>
          <a:schemeClr val="dk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/>
          <p:nvPr/>
        </p:nvSpPr>
        <p:spPr>
          <a:xfrm>
            <a:off x="135400" y="145833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1" name="Google Shape;191;p29"/>
          <p:cNvSpPr/>
          <p:nvPr/>
        </p:nvSpPr>
        <p:spPr>
          <a:xfrm rot="5400000">
            <a:off x="2895500" y="2073833"/>
            <a:ext cx="6880800" cy="271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2" name="Google Shape;192;p29"/>
          <p:cNvSpPr txBox="1">
            <a:spLocks noGrp="1"/>
          </p:cNvSpPr>
          <p:nvPr>
            <p:ph type="title"/>
          </p:nvPr>
        </p:nvSpPr>
        <p:spPr>
          <a:xfrm>
            <a:off x="8522588" y="2531200"/>
            <a:ext cx="2892400" cy="179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9"/>
          <p:cNvSpPr txBox="1">
            <a:spLocks noGrp="1"/>
          </p:cNvSpPr>
          <p:nvPr>
            <p:ph type="subTitle" idx="1"/>
          </p:nvPr>
        </p:nvSpPr>
        <p:spPr>
          <a:xfrm>
            <a:off x="5086300" y="716667"/>
            <a:ext cx="24992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4" name="Google Shape;194;p29"/>
          <p:cNvSpPr txBox="1">
            <a:spLocks noGrp="1"/>
          </p:cNvSpPr>
          <p:nvPr>
            <p:ph type="subTitle" idx="2"/>
          </p:nvPr>
        </p:nvSpPr>
        <p:spPr>
          <a:xfrm>
            <a:off x="5086300" y="1211612"/>
            <a:ext cx="24992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endParaRPr/>
          </a:p>
        </p:txBody>
      </p:sp>
      <p:sp>
        <p:nvSpPr>
          <p:cNvPr id="195" name="Google Shape;195;p29"/>
          <p:cNvSpPr txBox="1">
            <a:spLocks noGrp="1"/>
          </p:cNvSpPr>
          <p:nvPr>
            <p:ph type="subTitle" idx="3"/>
          </p:nvPr>
        </p:nvSpPr>
        <p:spPr>
          <a:xfrm>
            <a:off x="5086300" y="2867399"/>
            <a:ext cx="24992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6" name="Google Shape;196;p29"/>
          <p:cNvSpPr txBox="1">
            <a:spLocks noGrp="1"/>
          </p:cNvSpPr>
          <p:nvPr>
            <p:ph type="subTitle" idx="4"/>
          </p:nvPr>
        </p:nvSpPr>
        <p:spPr>
          <a:xfrm>
            <a:off x="5086300" y="3375931"/>
            <a:ext cx="24992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endParaRPr/>
          </a:p>
        </p:txBody>
      </p:sp>
      <p:sp>
        <p:nvSpPr>
          <p:cNvPr id="197" name="Google Shape;197;p29"/>
          <p:cNvSpPr txBox="1">
            <a:spLocks noGrp="1"/>
          </p:cNvSpPr>
          <p:nvPr>
            <p:ph type="subTitle" idx="5"/>
          </p:nvPr>
        </p:nvSpPr>
        <p:spPr>
          <a:xfrm>
            <a:off x="5086300" y="5027351"/>
            <a:ext cx="24992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8" name="Google Shape;198;p29"/>
          <p:cNvSpPr txBox="1">
            <a:spLocks noGrp="1"/>
          </p:cNvSpPr>
          <p:nvPr>
            <p:ph type="subTitle" idx="6"/>
          </p:nvPr>
        </p:nvSpPr>
        <p:spPr>
          <a:xfrm>
            <a:off x="5086300" y="5535884"/>
            <a:ext cx="24992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7987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bg>
      <p:bgPr>
        <a:solidFill>
          <a:schemeClr val="dk1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1" name="Google Shape;201;p30"/>
          <p:cNvSpPr txBox="1">
            <a:spLocks noGrp="1"/>
          </p:cNvSpPr>
          <p:nvPr>
            <p:ph type="title"/>
          </p:nvPr>
        </p:nvSpPr>
        <p:spPr>
          <a:xfrm>
            <a:off x="833733" y="431567"/>
            <a:ext cx="10407200" cy="8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49302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 only 7">
    <p:bg>
      <p:bgPr>
        <a:solidFill>
          <a:schemeClr val="lt1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4" name="Google Shape;204;p31"/>
          <p:cNvSpPr txBox="1">
            <a:spLocks noGrp="1"/>
          </p:cNvSpPr>
          <p:nvPr>
            <p:ph type="title"/>
          </p:nvPr>
        </p:nvSpPr>
        <p:spPr>
          <a:xfrm>
            <a:off x="833733" y="431567"/>
            <a:ext cx="10407200" cy="8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684416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Title only 8">
    <p:bg>
      <p:bgPr>
        <a:solidFill>
          <a:schemeClr val="dk1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7" name="Google Shape;207;p32"/>
          <p:cNvSpPr txBox="1">
            <a:spLocks noGrp="1"/>
          </p:cNvSpPr>
          <p:nvPr>
            <p:ph type="title"/>
          </p:nvPr>
        </p:nvSpPr>
        <p:spPr>
          <a:xfrm>
            <a:off x="6502536" y="1600867"/>
            <a:ext cx="423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195229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Title only 9">
    <p:bg>
      <p:bgPr>
        <a:solidFill>
          <a:schemeClr val="lt1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0" name="Google Shape;210;p33"/>
          <p:cNvSpPr txBox="1">
            <a:spLocks noGrp="1"/>
          </p:cNvSpPr>
          <p:nvPr>
            <p:ph type="title"/>
          </p:nvPr>
        </p:nvSpPr>
        <p:spPr>
          <a:xfrm>
            <a:off x="950969" y="414533"/>
            <a:ext cx="423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4680374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Title only 10">
    <p:bg>
      <p:bgPr>
        <a:solidFill>
          <a:schemeClr val="dk1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3" name="Google Shape;213;p34"/>
          <p:cNvSpPr txBox="1">
            <a:spLocks noGrp="1"/>
          </p:cNvSpPr>
          <p:nvPr>
            <p:ph type="title"/>
          </p:nvPr>
        </p:nvSpPr>
        <p:spPr>
          <a:xfrm>
            <a:off x="950969" y="719333"/>
            <a:ext cx="423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424406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1">
  <p:cSld name="Title only 11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>
            <a:spLocks noGrp="1"/>
          </p:cNvSpPr>
          <p:nvPr>
            <p:ph type="title"/>
          </p:nvPr>
        </p:nvSpPr>
        <p:spPr>
          <a:xfrm>
            <a:off x="653200" y="2911400"/>
            <a:ext cx="3027600" cy="103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35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8290032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Title only 12">
    <p:bg>
      <p:bgPr>
        <a:solidFill>
          <a:schemeClr val="dk1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9" name="Google Shape;219;p36"/>
          <p:cNvSpPr/>
          <p:nvPr/>
        </p:nvSpPr>
        <p:spPr>
          <a:xfrm>
            <a:off x="0" y="1645433"/>
            <a:ext cx="3875200" cy="357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cxnSp>
        <p:nvCxnSpPr>
          <p:cNvPr id="220" name="Google Shape;220;p36"/>
          <p:cNvCxnSpPr/>
          <p:nvPr/>
        </p:nvCxnSpPr>
        <p:spPr>
          <a:xfrm>
            <a:off x="138400" y="1647033"/>
            <a:ext cx="0" cy="3584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950967" y="2911400"/>
            <a:ext cx="3027600" cy="103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89144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3">
  <p:cSld name="Title only 13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>
            <a:spLocks noGrp="1"/>
          </p:cNvSpPr>
          <p:nvPr>
            <p:ph type="title"/>
          </p:nvPr>
        </p:nvSpPr>
        <p:spPr>
          <a:xfrm>
            <a:off x="812729" y="504681"/>
            <a:ext cx="5262400" cy="18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37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15209741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4">
  <p:cSld name="Title only 14">
    <p:bg>
      <p:bgPr>
        <a:solidFill>
          <a:schemeClr val="dk1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 txBox="1">
            <a:spLocks noGrp="1"/>
          </p:cNvSpPr>
          <p:nvPr>
            <p:ph type="title"/>
          </p:nvPr>
        </p:nvSpPr>
        <p:spPr>
          <a:xfrm>
            <a:off x="950967" y="471933"/>
            <a:ext cx="10302400" cy="10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38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30759321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5">
  <p:cSld name="Title only 15">
    <p:bg>
      <p:bgPr>
        <a:solidFill>
          <a:schemeClr val="dk1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0" name="Google Shape;230;p39"/>
          <p:cNvSpPr txBox="1">
            <a:spLocks noGrp="1"/>
          </p:cNvSpPr>
          <p:nvPr>
            <p:ph type="title"/>
          </p:nvPr>
        </p:nvSpPr>
        <p:spPr>
          <a:xfrm>
            <a:off x="655200" y="2572800"/>
            <a:ext cx="3023600" cy="171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358138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6">
  <p:cSld name="Title only 16">
    <p:bg>
      <p:bgPr>
        <a:solidFill>
          <a:schemeClr val="dk1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0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3" name="Google Shape;233;p40"/>
          <p:cNvSpPr txBox="1">
            <a:spLocks noGrp="1"/>
          </p:cNvSpPr>
          <p:nvPr>
            <p:ph type="title"/>
          </p:nvPr>
        </p:nvSpPr>
        <p:spPr>
          <a:xfrm>
            <a:off x="8229600" y="560720"/>
            <a:ext cx="3023600" cy="171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206152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7">
  <p:cSld name="Title only 17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1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6" name="Google Shape;236;p41"/>
          <p:cNvSpPr/>
          <p:nvPr/>
        </p:nvSpPr>
        <p:spPr>
          <a:xfrm>
            <a:off x="3863" y="-66567"/>
            <a:ext cx="12192000" cy="6944400"/>
          </a:xfrm>
          <a:prstGeom prst="rect">
            <a:avLst/>
          </a:prstGeom>
          <a:solidFill>
            <a:schemeClr val="dk1">
              <a:alpha val="648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7" name="Google Shape;237;p41"/>
          <p:cNvSpPr/>
          <p:nvPr/>
        </p:nvSpPr>
        <p:spPr>
          <a:xfrm>
            <a:off x="3632200" y="0"/>
            <a:ext cx="49276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cxnSp>
        <p:nvCxnSpPr>
          <p:cNvPr id="238" name="Google Shape;238;p41"/>
          <p:cNvCxnSpPr/>
          <p:nvPr/>
        </p:nvCxnSpPr>
        <p:spPr>
          <a:xfrm>
            <a:off x="3604864" y="141600"/>
            <a:ext cx="5082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" name="Google Shape;239;p41"/>
          <p:cNvCxnSpPr/>
          <p:nvPr/>
        </p:nvCxnSpPr>
        <p:spPr>
          <a:xfrm>
            <a:off x="3604864" y="6716400"/>
            <a:ext cx="5082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0" name="Google Shape;240;p41"/>
          <p:cNvSpPr txBox="1">
            <a:spLocks noGrp="1"/>
          </p:cNvSpPr>
          <p:nvPr>
            <p:ph type="title"/>
          </p:nvPr>
        </p:nvSpPr>
        <p:spPr>
          <a:xfrm>
            <a:off x="3632200" y="472112"/>
            <a:ext cx="4927600" cy="10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8785097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8">
  <p:cSld name="Title only 18">
    <p:bg>
      <p:bgPr>
        <a:solidFill>
          <a:schemeClr val="dk1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2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3" name="Google Shape;243;p42"/>
          <p:cNvSpPr txBox="1">
            <a:spLocks noGrp="1"/>
          </p:cNvSpPr>
          <p:nvPr>
            <p:ph type="title"/>
          </p:nvPr>
        </p:nvSpPr>
        <p:spPr>
          <a:xfrm>
            <a:off x="950967" y="910300"/>
            <a:ext cx="2778800" cy="10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8572732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Title and six columns 1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 txBox="1">
            <a:spLocks noGrp="1"/>
          </p:cNvSpPr>
          <p:nvPr>
            <p:ph type="title"/>
          </p:nvPr>
        </p:nvSpPr>
        <p:spPr>
          <a:xfrm>
            <a:off x="904835" y="431433"/>
            <a:ext cx="10394000" cy="9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43"/>
          <p:cNvSpPr txBox="1">
            <a:spLocks noGrp="1"/>
          </p:cNvSpPr>
          <p:nvPr>
            <p:ph type="subTitle" idx="1"/>
          </p:nvPr>
        </p:nvSpPr>
        <p:spPr>
          <a:xfrm>
            <a:off x="1505357" y="1892029"/>
            <a:ext cx="24992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7" name="Google Shape;247;p43"/>
          <p:cNvSpPr txBox="1">
            <a:spLocks noGrp="1"/>
          </p:cNvSpPr>
          <p:nvPr>
            <p:ph type="subTitle" idx="2"/>
          </p:nvPr>
        </p:nvSpPr>
        <p:spPr>
          <a:xfrm>
            <a:off x="1340357" y="2268487"/>
            <a:ext cx="28292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248" name="Google Shape;248;p43"/>
          <p:cNvSpPr txBox="1">
            <a:spLocks noGrp="1"/>
          </p:cNvSpPr>
          <p:nvPr>
            <p:ph type="subTitle" idx="3"/>
          </p:nvPr>
        </p:nvSpPr>
        <p:spPr>
          <a:xfrm>
            <a:off x="4733271" y="1885629"/>
            <a:ext cx="2499200" cy="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9" name="Google Shape;249;p43"/>
          <p:cNvSpPr txBox="1">
            <a:spLocks noGrp="1"/>
          </p:cNvSpPr>
          <p:nvPr>
            <p:ph type="subTitle" idx="4"/>
          </p:nvPr>
        </p:nvSpPr>
        <p:spPr>
          <a:xfrm>
            <a:off x="4568671" y="2268487"/>
            <a:ext cx="28284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250" name="Google Shape;250;p43"/>
          <p:cNvSpPr txBox="1">
            <a:spLocks noGrp="1"/>
          </p:cNvSpPr>
          <p:nvPr>
            <p:ph type="subTitle" idx="5"/>
          </p:nvPr>
        </p:nvSpPr>
        <p:spPr>
          <a:xfrm>
            <a:off x="8078912" y="1885629"/>
            <a:ext cx="2495600" cy="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1" name="Google Shape;251;p43"/>
          <p:cNvSpPr txBox="1">
            <a:spLocks noGrp="1"/>
          </p:cNvSpPr>
          <p:nvPr>
            <p:ph type="subTitle" idx="6"/>
          </p:nvPr>
        </p:nvSpPr>
        <p:spPr>
          <a:xfrm>
            <a:off x="7845312" y="2268487"/>
            <a:ext cx="29628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252" name="Google Shape;252;p43"/>
          <p:cNvSpPr txBox="1">
            <a:spLocks noGrp="1"/>
          </p:cNvSpPr>
          <p:nvPr>
            <p:ph type="subTitle" idx="7"/>
          </p:nvPr>
        </p:nvSpPr>
        <p:spPr>
          <a:xfrm>
            <a:off x="1505357" y="3579933"/>
            <a:ext cx="24992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3" name="Google Shape;253;p43"/>
          <p:cNvSpPr txBox="1">
            <a:spLocks noGrp="1"/>
          </p:cNvSpPr>
          <p:nvPr>
            <p:ph type="subTitle" idx="8"/>
          </p:nvPr>
        </p:nvSpPr>
        <p:spPr>
          <a:xfrm>
            <a:off x="1340357" y="3930416"/>
            <a:ext cx="28292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254" name="Google Shape;254;p43"/>
          <p:cNvSpPr txBox="1">
            <a:spLocks noGrp="1"/>
          </p:cNvSpPr>
          <p:nvPr>
            <p:ph type="subTitle" idx="9"/>
          </p:nvPr>
        </p:nvSpPr>
        <p:spPr>
          <a:xfrm>
            <a:off x="4735071" y="3579933"/>
            <a:ext cx="24956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5" name="Google Shape;255;p43"/>
          <p:cNvSpPr txBox="1">
            <a:spLocks noGrp="1"/>
          </p:cNvSpPr>
          <p:nvPr>
            <p:ph type="subTitle" idx="13"/>
          </p:nvPr>
        </p:nvSpPr>
        <p:spPr>
          <a:xfrm>
            <a:off x="4568671" y="3932487"/>
            <a:ext cx="28284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256" name="Google Shape;256;p43"/>
          <p:cNvSpPr txBox="1">
            <a:spLocks noGrp="1"/>
          </p:cNvSpPr>
          <p:nvPr>
            <p:ph type="subTitle" idx="14"/>
          </p:nvPr>
        </p:nvSpPr>
        <p:spPr>
          <a:xfrm>
            <a:off x="8078912" y="3579933"/>
            <a:ext cx="24956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7" name="Google Shape;257;p43"/>
          <p:cNvSpPr txBox="1">
            <a:spLocks noGrp="1"/>
          </p:cNvSpPr>
          <p:nvPr>
            <p:ph type="subTitle" idx="15"/>
          </p:nvPr>
        </p:nvSpPr>
        <p:spPr>
          <a:xfrm>
            <a:off x="7912512" y="3932487"/>
            <a:ext cx="28284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258" name="Google Shape;258;p43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48180116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2">
  <p:cSld name="Title and six columns 2">
    <p:bg>
      <p:bgPr>
        <a:solidFill>
          <a:schemeClr val="dk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4"/>
          <p:cNvSpPr txBox="1">
            <a:spLocks noGrp="1"/>
          </p:cNvSpPr>
          <p:nvPr>
            <p:ph type="title"/>
          </p:nvPr>
        </p:nvSpPr>
        <p:spPr>
          <a:xfrm>
            <a:off x="3197000" y="431433"/>
            <a:ext cx="8102000" cy="9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44"/>
          <p:cNvSpPr txBox="1">
            <a:spLocks noGrp="1"/>
          </p:cNvSpPr>
          <p:nvPr>
            <p:ph type="subTitle" idx="1"/>
          </p:nvPr>
        </p:nvSpPr>
        <p:spPr>
          <a:xfrm>
            <a:off x="4268257" y="2095229"/>
            <a:ext cx="24992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62" name="Google Shape;262;p44"/>
          <p:cNvSpPr txBox="1">
            <a:spLocks noGrp="1"/>
          </p:cNvSpPr>
          <p:nvPr>
            <p:ph type="subTitle" idx="2"/>
          </p:nvPr>
        </p:nvSpPr>
        <p:spPr>
          <a:xfrm>
            <a:off x="4268257" y="2471687"/>
            <a:ext cx="28292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3" name="Google Shape;263;p44"/>
          <p:cNvSpPr txBox="1">
            <a:spLocks noGrp="1"/>
          </p:cNvSpPr>
          <p:nvPr>
            <p:ph type="subTitle" idx="3"/>
          </p:nvPr>
        </p:nvSpPr>
        <p:spPr>
          <a:xfrm>
            <a:off x="8454912" y="2088829"/>
            <a:ext cx="2499200" cy="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64" name="Google Shape;264;p44"/>
          <p:cNvSpPr txBox="1">
            <a:spLocks noGrp="1"/>
          </p:cNvSpPr>
          <p:nvPr>
            <p:ph type="subTitle" idx="4"/>
          </p:nvPr>
        </p:nvSpPr>
        <p:spPr>
          <a:xfrm>
            <a:off x="8454912" y="2471687"/>
            <a:ext cx="28284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5" name="Google Shape;265;p44"/>
          <p:cNvSpPr txBox="1">
            <a:spLocks noGrp="1"/>
          </p:cNvSpPr>
          <p:nvPr>
            <p:ph type="subTitle" idx="5"/>
          </p:nvPr>
        </p:nvSpPr>
        <p:spPr>
          <a:xfrm>
            <a:off x="8454912" y="3554024"/>
            <a:ext cx="2495600" cy="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66" name="Google Shape;266;p44"/>
          <p:cNvSpPr txBox="1">
            <a:spLocks noGrp="1"/>
          </p:cNvSpPr>
          <p:nvPr>
            <p:ph type="subTitle" idx="6"/>
          </p:nvPr>
        </p:nvSpPr>
        <p:spPr>
          <a:xfrm>
            <a:off x="8454912" y="3936881"/>
            <a:ext cx="2962800" cy="6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7" name="Google Shape;267;p44"/>
          <p:cNvSpPr txBox="1">
            <a:spLocks noGrp="1"/>
          </p:cNvSpPr>
          <p:nvPr>
            <p:ph type="subTitle" idx="7"/>
          </p:nvPr>
        </p:nvSpPr>
        <p:spPr>
          <a:xfrm>
            <a:off x="4268257" y="3560948"/>
            <a:ext cx="24992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68" name="Google Shape;268;p44"/>
          <p:cNvSpPr txBox="1">
            <a:spLocks noGrp="1"/>
          </p:cNvSpPr>
          <p:nvPr>
            <p:ph type="subTitle" idx="8"/>
          </p:nvPr>
        </p:nvSpPr>
        <p:spPr>
          <a:xfrm>
            <a:off x="4268257" y="3939112"/>
            <a:ext cx="28292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9" name="Google Shape;269;p44"/>
          <p:cNvSpPr txBox="1">
            <a:spLocks noGrp="1"/>
          </p:cNvSpPr>
          <p:nvPr>
            <p:ph type="subTitle" idx="9"/>
          </p:nvPr>
        </p:nvSpPr>
        <p:spPr>
          <a:xfrm>
            <a:off x="4268257" y="5047476"/>
            <a:ext cx="24956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70" name="Google Shape;270;p44"/>
          <p:cNvSpPr txBox="1">
            <a:spLocks noGrp="1"/>
          </p:cNvSpPr>
          <p:nvPr>
            <p:ph type="subTitle" idx="13"/>
          </p:nvPr>
        </p:nvSpPr>
        <p:spPr>
          <a:xfrm>
            <a:off x="4268257" y="5427711"/>
            <a:ext cx="28284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1" name="Google Shape;271;p44"/>
          <p:cNvSpPr txBox="1">
            <a:spLocks noGrp="1"/>
          </p:cNvSpPr>
          <p:nvPr>
            <p:ph type="subTitle" idx="14"/>
          </p:nvPr>
        </p:nvSpPr>
        <p:spPr>
          <a:xfrm>
            <a:off x="8454912" y="5049844"/>
            <a:ext cx="24956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72" name="Google Shape;272;p44"/>
          <p:cNvSpPr txBox="1">
            <a:spLocks noGrp="1"/>
          </p:cNvSpPr>
          <p:nvPr>
            <p:ph type="subTitle" idx="15"/>
          </p:nvPr>
        </p:nvSpPr>
        <p:spPr>
          <a:xfrm>
            <a:off x="8454912" y="5430079"/>
            <a:ext cx="2828400" cy="6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3" name="Google Shape;273;p44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304217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5"/>
          <p:cNvSpPr/>
          <p:nvPr/>
        </p:nvSpPr>
        <p:spPr>
          <a:xfrm>
            <a:off x="3688911" y="476748"/>
            <a:ext cx="7412800" cy="598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276" name="Google Shape;276;p45"/>
          <p:cNvSpPr txBox="1">
            <a:spLocks noGrp="1"/>
          </p:cNvSpPr>
          <p:nvPr>
            <p:ph type="subTitle" idx="1"/>
          </p:nvPr>
        </p:nvSpPr>
        <p:spPr>
          <a:xfrm>
            <a:off x="5126724" y="1334031"/>
            <a:ext cx="2170000" cy="2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77" name="Google Shape;277;p45"/>
          <p:cNvSpPr txBox="1">
            <a:spLocks noGrp="1"/>
          </p:cNvSpPr>
          <p:nvPr>
            <p:ph type="subTitle" idx="2"/>
          </p:nvPr>
        </p:nvSpPr>
        <p:spPr>
          <a:xfrm>
            <a:off x="5126724" y="1684519"/>
            <a:ext cx="2194000" cy="11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8" name="Google Shape;278;p45"/>
          <p:cNvSpPr txBox="1">
            <a:spLocks noGrp="1"/>
          </p:cNvSpPr>
          <p:nvPr>
            <p:ph type="subTitle" idx="3"/>
          </p:nvPr>
        </p:nvSpPr>
        <p:spPr>
          <a:xfrm>
            <a:off x="5126724" y="4117719"/>
            <a:ext cx="2170000" cy="2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79" name="Google Shape;279;p45"/>
          <p:cNvSpPr txBox="1">
            <a:spLocks noGrp="1"/>
          </p:cNvSpPr>
          <p:nvPr>
            <p:ph type="subTitle" idx="4"/>
          </p:nvPr>
        </p:nvSpPr>
        <p:spPr>
          <a:xfrm>
            <a:off x="8549091" y="1684504"/>
            <a:ext cx="2194000" cy="11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0" name="Google Shape;280;p45"/>
          <p:cNvSpPr txBox="1">
            <a:spLocks noGrp="1"/>
          </p:cNvSpPr>
          <p:nvPr>
            <p:ph type="subTitle" idx="5"/>
          </p:nvPr>
        </p:nvSpPr>
        <p:spPr>
          <a:xfrm>
            <a:off x="8548091" y="1332231"/>
            <a:ext cx="2172000" cy="29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1" name="Google Shape;281;p45"/>
          <p:cNvSpPr txBox="1">
            <a:spLocks noGrp="1"/>
          </p:cNvSpPr>
          <p:nvPr>
            <p:ph type="subTitle" idx="6"/>
          </p:nvPr>
        </p:nvSpPr>
        <p:spPr>
          <a:xfrm>
            <a:off x="5126724" y="4467224"/>
            <a:ext cx="2199200" cy="11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2" name="Google Shape;282;p45"/>
          <p:cNvSpPr txBox="1">
            <a:spLocks noGrp="1"/>
          </p:cNvSpPr>
          <p:nvPr>
            <p:ph type="subTitle" idx="7"/>
          </p:nvPr>
        </p:nvSpPr>
        <p:spPr>
          <a:xfrm>
            <a:off x="8549091" y="4117719"/>
            <a:ext cx="2170000" cy="2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3" name="Google Shape;283;p45"/>
          <p:cNvSpPr txBox="1">
            <a:spLocks noGrp="1"/>
          </p:cNvSpPr>
          <p:nvPr>
            <p:ph type="subTitle" idx="8"/>
          </p:nvPr>
        </p:nvSpPr>
        <p:spPr>
          <a:xfrm>
            <a:off x="8549091" y="4469013"/>
            <a:ext cx="2194000" cy="11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4" name="Google Shape;284;p45"/>
          <p:cNvSpPr txBox="1">
            <a:spLocks noGrp="1"/>
          </p:cNvSpPr>
          <p:nvPr>
            <p:ph type="title"/>
          </p:nvPr>
        </p:nvSpPr>
        <p:spPr>
          <a:xfrm>
            <a:off x="928600" y="2074400"/>
            <a:ext cx="2476800" cy="27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45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62551612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bg>
      <p:bgPr>
        <a:solidFill>
          <a:schemeClr val="dk1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6"/>
          <p:cNvSpPr/>
          <p:nvPr/>
        </p:nvSpPr>
        <p:spPr>
          <a:xfrm>
            <a:off x="5488333" y="2755067"/>
            <a:ext cx="6945200" cy="135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288" name="Google Shape;288;p46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9" name="Google Shape;289;p46"/>
          <p:cNvSpPr txBox="1">
            <a:spLocks noGrp="1"/>
          </p:cNvSpPr>
          <p:nvPr>
            <p:ph type="subTitle" idx="1"/>
          </p:nvPr>
        </p:nvSpPr>
        <p:spPr>
          <a:xfrm>
            <a:off x="2156024" y="927631"/>
            <a:ext cx="2170000" cy="2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0" name="Google Shape;290;p46"/>
          <p:cNvSpPr txBox="1">
            <a:spLocks noGrp="1"/>
          </p:cNvSpPr>
          <p:nvPr>
            <p:ph type="subTitle" idx="2"/>
          </p:nvPr>
        </p:nvSpPr>
        <p:spPr>
          <a:xfrm>
            <a:off x="2156024" y="1278119"/>
            <a:ext cx="2194000" cy="11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1" name="Google Shape;291;p46"/>
          <p:cNvSpPr txBox="1">
            <a:spLocks noGrp="1"/>
          </p:cNvSpPr>
          <p:nvPr>
            <p:ph type="subTitle" idx="3"/>
          </p:nvPr>
        </p:nvSpPr>
        <p:spPr>
          <a:xfrm>
            <a:off x="2156024" y="4524119"/>
            <a:ext cx="2170000" cy="2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2" name="Google Shape;292;p46"/>
          <p:cNvSpPr txBox="1">
            <a:spLocks noGrp="1"/>
          </p:cNvSpPr>
          <p:nvPr>
            <p:ph type="subTitle" idx="4"/>
          </p:nvPr>
        </p:nvSpPr>
        <p:spPr>
          <a:xfrm>
            <a:off x="2156024" y="4873624"/>
            <a:ext cx="2199200" cy="11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3" name="Google Shape;293;p46"/>
          <p:cNvSpPr txBox="1">
            <a:spLocks noGrp="1"/>
          </p:cNvSpPr>
          <p:nvPr>
            <p:ph type="subTitle" idx="5"/>
          </p:nvPr>
        </p:nvSpPr>
        <p:spPr>
          <a:xfrm>
            <a:off x="2156024" y="2729691"/>
            <a:ext cx="2170000" cy="2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4" name="Google Shape;294;p46"/>
          <p:cNvSpPr txBox="1">
            <a:spLocks noGrp="1"/>
          </p:cNvSpPr>
          <p:nvPr>
            <p:ph type="subTitle" idx="6"/>
          </p:nvPr>
        </p:nvSpPr>
        <p:spPr>
          <a:xfrm>
            <a:off x="2156024" y="3080987"/>
            <a:ext cx="2194000" cy="11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5" name="Google Shape;295;p46"/>
          <p:cNvSpPr txBox="1">
            <a:spLocks noGrp="1"/>
          </p:cNvSpPr>
          <p:nvPr>
            <p:ph type="title"/>
          </p:nvPr>
        </p:nvSpPr>
        <p:spPr>
          <a:xfrm>
            <a:off x="6095300" y="2984033"/>
            <a:ext cx="5158000" cy="87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7133096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Title and four columns 3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7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8" name="Google Shape;298;p47"/>
          <p:cNvSpPr txBox="1">
            <a:spLocks noGrp="1"/>
          </p:cNvSpPr>
          <p:nvPr>
            <p:ph type="subTitle" idx="1"/>
          </p:nvPr>
        </p:nvSpPr>
        <p:spPr>
          <a:xfrm>
            <a:off x="6400800" y="987499"/>
            <a:ext cx="2170000" cy="2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9" name="Google Shape;299;p47"/>
          <p:cNvSpPr txBox="1">
            <a:spLocks noGrp="1"/>
          </p:cNvSpPr>
          <p:nvPr>
            <p:ph type="subTitle" idx="2"/>
          </p:nvPr>
        </p:nvSpPr>
        <p:spPr>
          <a:xfrm>
            <a:off x="6400800" y="1464529"/>
            <a:ext cx="4540000" cy="61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0" name="Google Shape;300;p47"/>
          <p:cNvSpPr txBox="1">
            <a:spLocks noGrp="1"/>
          </p:cNvSpPr>
          <p:nvPr>
            <p:ph type="subTitle" idx="3"/>
          </p:nvPr>
        </p:nvSpPr>
        <p:spPr>
          <a:xfrm>
            <a:off x="6400800" y="4815647"/>
            <a:ext cx="2170000" cy="2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01" name="Google Shape;301;p47"/>
          <p:cNvSpPr txBox="1">
            <a:spLocks noGrp="1"/>
          </p:cNvSpPr>
          <p:nvPr>
            <p:ph type="subTitle" idx="4"/>
          </p:nvPr>
        </p:nvSpPr>
        <p:spPr>
          <a:xfrm>
            <a:off x="6400800" y="2747887"/>
            <a:ext cx="45356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2" name="Google Shape;302;p47"/>
          <p:cNvSpPr txBox="1">
            <a:spLocks noGrp="1"/>
          </p:cNvSpPr>
          <p:nvPr>
            <p:ph type="subTitle" idx="5"/>
          </p:nvPr>
        </p:nvSpPr>
        <p:spPr>
          <a:xfrm>
            <a:off x="6400800" y="2265268"/>
            <a:ext cx="2172000" cy="29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03" name="Google Shape;303;p47"/>
          <p:cNvSpPr txBox="1">
            <a:spLocks noGrp="1"/>
          </p:cNvSpPr>
          <p:nvPr>
            <p:ph type="subTitle" idx="6"/>
          </p:nvPr>
        </p:nvSpPr>
        <p:spPr>
          <a:xfrm>
            <a:off x="6400800" y="5294495"/>
            <a:ext cx="45356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4" name="Google Shape;304;p47"/>
          <p:cNvSpPr txBox="1">
            <a:spLocks noGrp="1"/>
          </p:cNvSpPr>
          <p:nvPr>
            <p:ph type="title"/>
          </p:nvPr>
        </p:nvSpPr>
        <p:spPr>
          <a:xfrm>
            <a:off x="804200" y="2523733"/>
            <a:ext cx="2725600" cy="15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47"/>
          <p:cNvSpPr txBox="1">
            <a:spLocks noGrp="1"/>
          </p:cNvSpPr>
          <p:nvPr>
            <p:ph type="subTitle" idx="7"/>
          </p:nvPr>
        </p:nvSpPr>
        <p:spPr>
          <a:xfrm>
            <a:off x="6400800" y="4027276"/>
            <a:ext cx="45356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6" name="Google Shape;306;p47"/>
          <p:cNvSpPr txBox="1">
            <a:spLocks noGrp="1"/>
          </p:cNvSpPr>
          <p:nvPr>
            <p:ph type="subTitle" idx="8"/>
          </p:nvPr>
        </p:nvSpPr>
        <p:spPr>
          <a:xfrm>
            <a:off x="6400800" y="3544871"/>
            <a:ext cx="2172000" cy="29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188859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4">
  <p:cSld name="Title and four columns 4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8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9" name="Google Shape;309;p48"/>
          <p:cNvSpPr txBox="1">
            <a:spLocks noGrp="1"/>
          </p:cNvSpPr>
          <p:nvPr>
            <p:ph type="subTitle" idx="1"/>
          </p:nvPr>
        </p:nvSpPr>
        <p:spPr>
          <a:xfrm>
            <a:off x="1920229" y="2539967"/>
            <a:ext cx="1952000" cy="2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0" name="Google Shape;310;p48"/>
          <p:cNvSpPr txBox="1">
            <a:spLocks noGrp="1"/>
          </p:cNvSpPr>
          <p:nvPr>
            <p:ph type="subTitle" idx="2"/>
          </p:nvPr>
        </p:nvSpPr>
        <p:spPr>
          <a:xfrm>
            <a:off x="950967" y="3017000"/>
            <a:ext cx="2921600" cy="61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1" name="Google Shape;311;p48"/>
          <p:cNvSpPr txBox="1">
            <a:spLocks noGrp="1"/>
          </p:cNvSpPr>
          <p:nvPr>
            <p:ph type="subTitle" idx="3"/>
          </p:nvPr>
        </p:nvSpPr>
        <p:spPr>
          <a:xfrm>
            <a:off x="8294356" y="4518447"/>
            <a:ext cx="2170000" cy="2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2" name="Google Shape;312;p48"/>
          <p:cNvSpPr txBox="1">
            <a:spLocks noGrp="1"/>
          </p:cNvSpPr>
          <p:nvPr>
            <p:ph type="subTitle" idx="4"/>
          </p:nvPr>
        </p:nvSpPr>
        <p:spPr>
          <a:xfrm>
            <a:off x="8294356" y="3022587"/>
            <a:ext cx="29260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3" name="Google Shape;313;p48"/>
          <p:cNvSpPr txBox="1">
            <a:spLocks noGrp="1"/>
          </p:cNvSpPr>
          <p:nvPr>
            <p:ph type="subTitle" idx="5"/>
          </p:nvPr>
        </p:nvSpPr>
        <p:spPr>
          <a:xfrm>
            <a:off x="8294356" y="2539968"/>
            <a:ext cx="2172000" cy="29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4" name="Google Shape;314;p48"/>
          <p:cNvSpPr txBox="1">
            <a:spLocks noGrp="1"/>
          </p:cNvSpPr>
          <p:nvPr>
            <p:ph type="subTitle" idx="6"/>
          </p:nvPr>
        </p:nvSpPr>
        <p:spPr>
          <a:xfrm>
            <a:off x="8294356" y="4997295"/>
            <a:ext cx="29260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5" name="Google Shape;315;p48"/>
          <p:cNvSpPr txBox="1">
            <a:spLocks noGrp="1"/>
          </p:cNvSpPr>
          <p:nvPr>
            <p:ph type="title"/>
          </p:nvPr>
        </p:nvSpPr>
        <p:spPr>
          <a:xfrm>
            <a:off x="2571767" y="503035"/>
            <a:ext cx="7048400" cy="93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48"/>
          <p:cNvSpPr txBox="1">
            <a:spLocks noGrp="1"/>
          </p:cNvSpPr>
          <p:nvPr>
            <p:ph type="subTitle" idx="7"/>
          </p:nvPr>
        </p:nvSpPr>
        <p:spPr>
          <a:xfrm>
            <a:off x="953797" y="5001967"/>
            <a:ext cx="29180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7" name="Google Shape;317;p48"/>
          <p:cNvSpPr txBox="1">
            <a:spLocks noGrp="1"/>
          </p:cNvSpPr>
          <p:nvPr>
            <p:ph type="subTitle" idx="8"/>
          </p:nvPr>
        </p:nvSpPr>
        <p:spPr>
          <a:xfrm>
            <a:off x="1918431" y="4519567"/>
            <a:ext cx="1954000" cy="29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968271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 2">
  <p:cSld name="Title and three columns  2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9"/>
          <p:cNvSpPr/>
          <p:nvPr/>
        </p:nvSpPr>
        <p:spPr>
          <a:xfrm>
            <a:off x="0" y="3429000"/>
            <a:ext cx="12192000" cy="342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20" name="Google Shape;320;p49"/>
          <p:cNvSpPr txBox="1">
            <a:spLocks noGrp="1"/>
          </p:cNvSpPr>
          <p:nvPr>
            <p:ph type="subTitle" idx="1"/>
          </p:nvPr>
        </p:nvSpPr>
        <p:spPr>
          <a:xfrm>
            <a:off x="5171305" y="4539245"/>
            <a:ext cx="18408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1" name="Google Shape;321;p49"/>
          <p:cNvSpPr txBox="1">
            <a:spLocks noGrp="1"/>
          </p:cNvSpPr>
          <p:nvPr>
            <p:ph type="subTitle" idx="2"/>
          </p:nvPr>
        </p:nvSpPr>
        <p:spPr>
          <a:xfrm>
            <a:off x="4957500" y="4942767"/>
            <a:ext cx="22684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2" name="Google Shape;322;p49"/>
          <p:cNvSpPr txBox="1">
            <a:spLocks noGrp="1"/>
          </p:cNvSpPr>
          <p:nvPr>
            <p:ph type="subTitle" idx="3"/>
          </p:nvPr>
        </p:nvSpPr>
        <p:spPr>
          <a:xfrm>
            <a:off x="1547172" y="4539245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3" name="Google Shape;323;p49"/>
          <p:cNvSpPr txBox="1">
            <a:spLocks noGrp="1"/>
          </p:cNvSpPr>
          <p:nvPr>
            <p:ph type="subTitle" idx="4"/>
          </p:nvPr>
        </p:nvSpPr>
        <p:spPr>
          <a:xfrm>
            <a:off x="8591433" y="4942767"/>
            <a:ext cx="22684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4" name="Google Shape;324;p49"/>
          <p:cNvSpPr txBox="1">
            <a:spLocks noGrp="1"/>
          </p:cNvSpPr>
          <p:nvPr>
            <p:ph type="subTitle" idx="5"/>
          </p:nvPr>
        </p:nvSpPr>
        <p:spPr>
          <a:xfrm>
            <a:off x="8809539" y="4538645"/>
            <a:ext cx="18408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5" name="Google Shape;325;p49"/>
          <p:cNvSpPr txBox="1">
            <a:spLocks noGrp="1"/>
          </p:cNvSpPr>
          <p:nvPr>
            <p:ph type="subTitle" idx="6"/>
          </p:nvPr>
        </p:nvSpPr>
        <p:spPr>
          <a:xfrm>
            <a:off x="1332267" y="4942767"/>
            <a:ext cx="22684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6" name="Google Shape;326;p49"/>
          <p:cNvSpPr txBox="1">
            <a:spLocks noGrp="1"/>
          </p:cNvSpPr>
          <p:nvPr>
            <p:ph type="title"/>
          </p:nvPr>
        </p:nvSpPr>
        <p:spPr>
          <a:xfrm>
            <a:off x="1457100" y="422313"/>
            <a:ext cx="9269200" cy="8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49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28" name="Google Shape;328;p49"/>
          <p:cNvGrpSpPr/>
          <p:nvPr/>
        </p:nvGrpSpPr>
        <p:grpSpPr>
          <a:xfrm>
            <a:off x="135400" y="3429218"/>
            <a:ext cx="11922568" cy="3287823"/>
            <a:chOff x="101550" y="4001975"/>
            <a:chExt cx="8941926" cy="1035600"/>
          </a:xfrm>
        </p:grpSpPr>
        <p:cxnSp>
          <p:nvCxnSpPr>
            <p:cNvPr id="329" name="Google Shape;329;p49"/>
            <p:cNvCxnSpPr/>
            <p:nvPr/>
          </p:nvCxnSpPr>
          <p:spPr>
            <a:xfrm>
              <a:off x="102576" y="5037402"/>
              <a:ext cx="89409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0" name="Google Shape;330;p49"/>
            <p:cNvCxnSpPr/>
            <p:nvPr/>
          </p:nvCxnSpPr>
          <p:spPr>
            <a:xfrm>
              <a:off x="9042449" y="4001975"/>
              <a:ext cx="0" cy="10356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1" name="Google Shape;331;p49"/>
            <p:cNvCxnSpPr/>
            <p:nvPr/>
          </p:nvCxnSpPr>
          <p:spPr>
            <a:xfrm>
              <a:off x="101550" y="4001975"/>
              <a:ext cx="0" cy="10356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60871541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 3">
  <p:cSld name="Title and three columns  3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0"/>
          <p:cNvSpPr txBox="1">
            <a:spLocks noGrp="1"/>
          </p:cNvSpPr>
          <p:nvPr>
            <p:ph type="subTitle" idx="1"/>
          </p:nvPr>
        </p:nvSpPr>
        <p:spPr>
          <a:xfrm>
            <a:off x="5829199" y="2975663"/>
            <a:ext cx="18408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4" name="Google Shape;334;p50"/>
          <p:cNvSpPr txBox="1">
            <a:spLocks noGrp="1"/>
          </p:cNvSpPr>
          <p:nvPr>
            <p:ph type="subTitle" idx="2"/>
          </p:nvPr>
        </p:nvSpPr>
        <p:spPr>
          <a:xfrm>
            <a:off x="5653416" y="3379200"/>
            <a:ext cx="19920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5" name="Google Shape;335;p50"/>
          <p:cNvSpPr txBox="1">
            <a:spLocks noGrp="1"/>
          </p:cNvSpPr>
          <p:nvPr>
            <p:ph type="subTitle" idx="3"/>
          </p:nvPr>
        </p:nvSpPr>
        <p:spPr>
          <a:xfrm>
            <a:off x="9170981" y="1311079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6" name="Google Shape;336;p50"/>
          <p:cNvSpPr txBox="1">
            <a:spLocks noGrp="1"/>
          </p:cNvSpPr>
          <p:nvPr>
            <p:ph type="subTitle" idx="4"/>
          </p:nvPr>
        </p:nvSpPr>
        <p:spPr>
          <a:xfrm>
            <a:off x="9170984" y="5044400"/>
            <a:ext cx="19920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7" name="Google Shape;337;p50"/>
          <p:cNvSpPr txBox="1">
            <a:spLocks noGrp="1"/>
          </p:cNvSpPr>
          <p:nvPr>
            <p:ph type="subTitle" idx="5"/>
          </p:nvPr>
        </p:nvSpPr>
        <p:spPr>
          <a:xfrm>
            <a:off x="9170981" y="4640279"/>
            <a:ext cx="18408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8" name="Google Shape;338;p50"/>
          <p:cNvSpPr txBox="1">
            <a:spLocks noGrp="1"/>
          </p:cNvSpPr>
          <p:nvPr>
            <p:ph type="subTitle" idx="6"/>
          </p:nvPr>
        </p:nvSpPr>
        <p:spPr>
          <a:xfrm>
            <a:off x="9170983" y="1714600"/>
            <a:ext cx="19920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9" name="Google Shape;339;p50"/>
          <p:cNvSpPr txBox="1">
            <a:spLocks noGrp="1"/>
          </p:cNvSpPr>
          <p:nvPr>
            <p:ph type="title"/>
          </p:nvPr>
        </p:nvSpPr>
        <p:spPr>
          <a:xfrm>
            <a:off x="950967" y="422300"/>
            <a:ext cx="3276400" cy="21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50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70908118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 5">
  <p:cSld name="Title and four column 5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1"/>
          <p:cNvSpPr txBox="1">
            <a:spLocks noGrp="1"/>
          </p:cNvSpPr>
          <p:nvPr>
            <p:ph type="subTitle" idx="1"/>
          </p:nvPr>
        </p:nvSpPr>
        <p:spPr>
          <a:xfrm>
            <a:off x="1463233" y="1892867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43" name="Google Shape;343;p51"/>
          <p:cNvSpPr txBox="1">
            <a:spLocks noGrp="1"/>
          </p:cNvSpPr>
          <p:nvPr>
            <p:ph type="subTitle" idx="2"/>
          </p:nvPr>
        </p:nvSpPr>
        <p:spPr>
          <a:xfrm>
            <a:off x="654833" y="2360807"/>
            <a:ext cx="26468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4" name="Google Shape;344;p51"/>
          <p:cNvSpPr txBox="1">
            <a:spLocks noGrp="1"/>
          </p:cNvSpPr>
          <p:nvPr>
            <p:ph type="subTitle" idx="3"/>
          </p:nvPr>
        </p:nvSpPr>
        <p:spPr>
          <a:xfrm>
            <a:off x="1463233" y="3559833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45" name="Google Shape;345;p51"/>
          <p:cNvSpPr txBox="1">
            <a:spLocks noGrp="1"/>
          </p:cNvSpPr>
          <p:nvPr>
            <p:ph type="subTitle" idx="4"/>
          </p:nvPr>
        </p:nvSpPr>
        <p:spPr>
          <a:xfrm>
            <a:off x="656033" y="4029961"/>
            <a:ext cx="26456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6" name="Google Shape;346;p51"/>
          <p:cNvSpPr txBox="1">
            <a:spLocks noGrp="1"/>
          </p:cNvSpPr>
          <p:nvPr>
            <p:ph type="subTitle" idx="5"/>
          </p:nvPr>
        </p:nvSpPr>
        <p:spPr>
          <a:xfrm>
            <a:off x="8917403" y="1892867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47" name="Google Shape;347;p51"/>
          <p:cNvSpPr txBox="1">
            <a:spLocks noGrp="1"/>
          </p:cNvSpPr>
          <p:nvPr>
            <p:ph type="subTitle" idx="6"/>
          </p:nvPr>
        </p:nvSpPr>
        <p:spPr>
          <a:xfrm>
            <a:off x="8917403" y="2357275"/>
            <a:ext cx="26468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8" name="Google Shape;348;p51"/>
          <p:cNvSpPr txBox="1">
            <a:spLocks noGrp="1"/>
          </p:cNvSpPr>
          <p:nvPr>
            <p:ph type="subTitle" idx="7"/>
          </p:nvPr>
        </p:nvSpPr>
        <p:spPr>
          <a:xfrm>
            <a:off x="8890777" y="3556417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49" name="Google Shape;349;p51"/>
          <p:cNvSpPr txBox="1">
            <a:spLocks noGrp="1"/>
          </p:cNvSpPr>
          <p:nvPr>
            <p:ph type="subTitle" idx="8"/>
          </p:nvPr>
        </p:nvSpPr>
        <p:spPr>
          <a:xfrm>
            <a:off x="8890777" y="4031069"/>
            <a:ext cx="26456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0" name="Google Shape;350;p51"/>
          <p:cNvSpPr txBox="1">
            <a:spLocks noGrp="1"/>
          </p:cNvSpPr>
          <p:nvPr>
            <p:ph type="title"/>
          </p:nvPr>
        </p:nvSpPr>
        <p:spPr>
          <a:xfrm>
            <a:off x="3574227" y="590255"/>
            <a:ext cx="5112400" cy="7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51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20857260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 6">
  <p:cSld name="Title and four column 6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2"/>
          <p:cNvSpPr/>
          <p:nvPr/>
        </p:nvSpPr>
        <p:spPr>
          <a:xfrm rot="-5400000">
            <a:off x="6930367" y="699933"/>
            <a:ext cx="4632400" cy="612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54" name="Google Shape;354;p52"/>
          <p:cNvSpPr txBox="1">
            <a:spLocks noGrp="1"/>
          </p:cNvSpPr>
          <p:nvPr>
            <p:ph type="subTitle" idx="1"/>
          </p:nvPr>
        </p:nvSpPr>
        <p:spPr>
          <a:xfrm>
            <a:off x="7166067" y="4065701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5" name="Google Shape;355;p52"/>
          <p:cNvSpPr txBox="1">
            <a:spLocks noGrp="1"/>
          </p:cNvSpPr>
          <p:nvPr>
            <p:ph type="subTitle" idx="2"/>
          </p:nvPr>
        </p:nvSpPr>
        <p:spPr>
          <a:xfrm>
            <a:off x="6795000" y="4559565"/>
            <a:ext cx="2048400" cy="8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6" name="Google Shape;356;p52"/>
          <p:cNvSpPr txBox="1">
            <a:spLocks noGrp="1"/>
          </p:cNvSpPr>
          <p:nvPr>
            <p:ph type="subTitle" idx="3"/>
          </p:nvPr>
        </p:nvSpPr>
        <p:spPr>
          <a:xfrm>
            <a:off x="9427184" y="4065701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7" name="Google Shape;357;p52"/>
          <p:cNvSpPr txBox="1">
            <a:spLocks noGrp="1"/>
          </p:cNvSpPr>
          <p:nvPr>
            <p:ph type="subTitle" idx="4"/>
          </p:nvPr>
        </p:nvSpPr>
        <p:spPr>
          <a:xfrm>
            <a:off x="9042203" y="4535833"/>
            <a:ext cx="2048400" cy="8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8" name="Google Shape;358;p52"/>
          <p:cNvSpPr txBox="1">
            <a:spLocks noGrp="1"/>
          </p:cNvSpPr>
          <p:nvPr>
            <p:ph type="subTitle" idx="5"/>
          </p:nvPr>
        </p:nvSpPr>
        <p:spPr>
          <a:xfrm>
            <a:off x="9446744" y="2259247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9" name="Google Shape;359;p52"/>
          <p:cNvSpPr txBox="1">
            <a:spLocks noGrp="1"/>
          </p:cNvSpPr>
          <p:nvPr>
            <p:ph type="subTitle" idx="6"/>
          </p:nvPr>
        </p:nvSpPr>
        <p:spPr>
          <a:xfrm>
            <a:off x="6795003" y="2753112"/>
            <a:ext cx="2048400" cy="8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0" name="Google Shape;360;p52"/>
          <p:cNvSpPr txBox="1">
            <a:spLocks noGrp="1"/>
          </p:cNvSpPr>
          <p:nvPr>
            <p:ph type="subTitle" idx="7"/>
          </p:nvPr>
        </p:nvSpPr>
        <p:spPr>
          <a:xfrm>
            <a:off x="7183211" y="2259232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1" name="Google Shape;361;p52"/>
          <p:cNvSpPr txBox="1">
            <a:spLocks noGrp="1"/>
          </p:cNvSpPr>
          <p:nvPr>
            <p:ph type="subTitle" idx="8"/>
          </p:nvPr>
        </p:nvSpPr>
        <p:spPr>
          <a:xfrm>
            <a:off x="9059628" y="2753107"/>
            <a:ext cx="2042800" cy="8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2" name="Google Shape;362;p52"/>
          <p:cNvSpPr txBox="1">
            <a:spLocks noGrp="1"/>
          </p:cNvSpPr>
          <p:nvPr>
            <p:ph type="title"/>
          </p:nvPr>
        </p:nvSpPr>
        <p:spPr>
          <a:xfrm>
            <a:off x="967367" y="590267"/>
            <a:ext cx="3776800" cy="7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52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364" name="Google Shape;364;p52"/>
          <p:cNvCxnSpPr/>
          <p:nvPr/>
        </p:nvCxnSpPr>
        <p:spPr>
          <a:xfrm>
            <a:off x="12060400" y="1452733"/>
            <a:ext cx="0" cy="4626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9710766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 7">
  <p:cSld name="Title and four column 7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3"/>
          <p:cNvSpPr txBox="1">
            <a:spLocks noGrp="1"/>
          </p:cNvSpPr>
          <p:nvPr>
            <p:ph type="subTitle" idx="1"/>
          </p:nvPr>
        </p:nvSpPr>
        <p:spPr>
          <a:xfrm>
            <a:off x="5189356" y="2161484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7" name="Google Shape;367;p53"/>
          <p:cNvSpPr txBox="1">
            <a:spLocks noGrp="1"/>
          </p:cNvSpPr>
          <p:nvPr>
            <p:ph type="subTitle" idx="2"/>
          </p:nvPr>
        </p:nvSpPr>
        <p:spPr>
          <a:xfrm>
            <a:off x="892385" y="1990385"/>
            <a:ext cx="23508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8" name="Google Shape;368;p53"/>
          <p:cNvSpPr txBox="1">
            <a:spLocks noGrp="1"/>
          </p:cNvSpPr>
          <p:nvPr>
            <p:ph type="subTitle" idx="3"/>
          </p:nvPr>
        </p:nvSpPr>
        <p:spPr>
          <a:xfrm>
            <a:off x="5176800" y="3653100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9" name="Google Shape;369;p53"/>
          <p:cNvSpPr txBox="1">
            <a:spLocks noGrp="1"/>
          </p:cNvSpPr>
          <p:nvPr>
            <p:ph type="subTitle" idx="4"/>
          </p:nvPr>
        </p:nvSpPr>
        <p:spPr>
          <a:xfrm>
            <a:off x="889985" y="3471496"/>
            <a:ext cx="23532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70" name="Google Shape;370;p53"/>
          <p:cNvSpPr txBox="1">
            <a:spLocks noGrp="1"/>
          </p:cNvSpPr>
          <p:nvPr>
            <p:ph type="subTitle" idx="5"/>
          </p:nvPr>
        </p:nvSpPr>
        <p:spPr>
          <a:xfrm>
            <a:off x="5189356" y="2905351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71" name="Google Shape;371;p53"/>
          <p:cNvSpPr txBox="1">
            <a:spLocks noGrp="1"/>
          </p:cNvSpPr>
          <p:nvPr>
            <p:ph type="subTitle" idx="6"/>
          </p:nvPr>
        </p:nvSpPr>
        <p:spPr>
          <a:xfrm>
            <a:off x="8948815" y="2699720"/>
            <a:ext cx="23532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72" name="Google Shape;372;p53"/>
          <p:cNvSpPr txBox="1">
            <a:spLocks noGrp="1"/>
          </p:cNvSpPr>
          <p:nvPr>
            <p:ph type="subTitle" idx="7"/>
          </p:nvPr>
        </p:nvSpPr>
        <p:spPr>
          <a:xfrm>
            <a:off x="5176800" y="4391485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73" name="Google Shape;373;p53"/>
          <p:cNvSpPr txBox="1">
            <a:spLocks noGrp="1"/>
          </p:cNvSpPr>
          <p:nvPr>
            <p:ph type="subTitle" idx="8"/>
          </p:nvPr>
        </p:nvSpPr>
        <p:spPr>
          <a:xfrm>
            <a:off x="8948815" y="4233403"/>
            <a:ext cx="23532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74" name="Google Shape;374;p53"/>
          <p:cNvSpPr txBox="1">
            <a:spLocks noGrp="1"/>
          </p:cNvSpPr>
          <p:nvPr>
            <p:ph type="title"/>
          </p:nvPr>
        </p:nvSpPr>
        <p:spPr>
          <a:xfrm>
            <a:off x="3539800" y="428209"/>
            <a:ext cx="5112400" cy="7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5" name="Google Shape;375;p53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46060920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 8">
  <p:cSld name="Title and four column 8"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4"/>
          <p:cNvSpPr txBox="1">
            <a:spLocks noGrp="1"/>
          </p:cNvSpPr>
          <p:nvPr>
            <p:ph type="subTitle" idx="1"/>
          </p:nvPr>
        </p:nvSpPr>
        <p:spPr>
          <a:xfrm>
            <a:off x="3872447" y="2414015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78" name="Google Shape;378;p54"/>
          <p:cNvSpPr txBox="1">
            <a:spLocks noGrp="1"/>
          </p:cNvSpPr>
          <p:nvPr>
            <p:ph type="subTitle" idx="2"/>
          </p:nvPr>
        </p:nvSpPr>
        <p:spPr>
          <a:xfrm>
            <a:off x="7884800" y="2245539"/>
            <a:ext cx="33648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79" name="Google Shape;379;p54"/>
          <p:cNvSpPr txBox="1">
            <a:spLocks noGrp="1"/>
          </p:cNvSpPr>
          <p:nvPr>
            <p:ph type="subTitle" idx="3"/>
          </p:nvPr>
        </p:nvSpPr>
        <p:spPr>
          <a:xfrm>
            <a:off x="3872447" y="3980053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80" name="Google Shape;380;p54"/>
          <p:cNvSpPr txBox="1">
            <a:spLocks noGrp="1"/>
          </p:cNvSpPr>
          <p:nvPr>
            <p:ph type="subTitle" idx="4"/>
          </p:nvPr>
        </p:nvSpPr>
        <p:spPr>
          <a:xfrm>
            <a:off x="7884800" y="4603868"/>
            <a:ext cx="33648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1" name="Google Shape;381;p54"/>
          <p:cNvSpPr txBox="1">
            <a:spLocks noGrp="1"/>
          </p:cNvSpPr>
          <p:nvPr>
            <p:ph type="subTitle" idx="5"/>
          </p:nvPr>
        </p:nvSpPr>
        <p:spPr>
          <a:xfrm>
            <a:off x="3872447" y="3197033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82" name="Google Shape;382;p54"/>
          <p:cNvSpPr txBox="1">
            <a:spLocks noGrp="1"/>
          </p:cNvSpPr>
          <p:nvPr>
            <p:ph type="subTitle" idx="6"/>
          </p:nvPr>
        </p:nvSpPr>
        <p:spPr>
          <a:xfrm>
            <a:off x="7884800" y="3031649"/>
            <a:ext cx="33684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3" name="Google Shape;383;p54"/>
          <p:cNvSpPr txBox="1">
            <a:spLocks noGrp="1"/>
          </p:cNvSpPr>
          <p:nvPr>
            <p:ph type="subTitle" idx="7"/>
          </p:nvPr>
        </p:nvSpPr>
        <p:spPr>
          <a:xfrm>
            <a:off x="3872447" y="4763072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84" name="Google Shape;384;p54"/>
          <p:cNvSpPr txBox="1">
            <a:spLocks noGrp="1"/>
          </p:cNvSpPr>
          <p:nvPr>
            <p:ph type="subTitle" idx="8"/>
          </p:nvPr>
        </p:nvSpPr>
        <p:spPr>
          <a:xfrm>
            <a:off x="7884800" y="3817759"/>
            <a:ext cx="33684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5" name="Google Shape;385;p54"/>
          <p:cNvSpPr txBox="1">
            <a:spLocks noGrp="1"/>
          </p:cNvSpPr>
          <p:nvPr>
            <p:ph type="title"/>
          </p:nvPr>
        </p:nvSpPr>
        <p:spPr>
          <a:xfrm>
            <a:off x="6140800" y="428209"/>
            <a:ext cx="5112400" cy="7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54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24753354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 9">
  <p:cSld name="Title and four column 9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5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9" name="Google Shape;389;p55"/>
          <p:cNvSpPr/>
          <p:nvPr/>
        </p:nvSpPr>
        <p:spPr>
          <a:xfrm>
            <a:off x="0" y="3420236"/>
            <a:ext cx="12192000" cy="342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grpSp>
        <p:nvGrpSpPr>
          <p:cNvPr id="390" name="Google Shape;390;p55"/>
          <p:cNvGrpSpPr/>
          <p:nvPr/>
        </p:nvGrpSpPr>
        <p:grpSpPr>
          <a:xfrm>
            <a:off x="135400" y="3420233"/>
            <a:ext cx="11922568" cy="3296400"/>
            <a:chOff x="101550" y="2565175"/>
            <a:chExt cx="8941926" cy="2472300"/>
          </a:xfrm>
        </p:grpSpPr>
        <p:cxnSp>
          <p:nvCxnSpPr>
            <p:cNvPr id="391" name="Google Shape;391;p55"/>
            <p:cNvCxnSpPr/>
            <p:nvPr/>
          </p:nvCxnSpPr>
          <p:spPr>
            <a:xfrm>
              <a:off x="102576" y="5037300"/>
              <a:ext cx="89409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2" name="Google Shape;392;p55"/>
            <p:cNvCxnSpPr/>
            <p:nvPr/>
          </p:nvCxnSpPr>
          <p:spPr>
            <a:xfrm>
              <a:off x="9042450" y="2565175"/>
              <a:ext cx="0" cy="24723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3" name="Google Shape;393;p55"/>
            <p:cNvCxnSpPr/>
            <p:nvPr/>
          </p:nvCxnSpPr>
          <p:spPr>
            <a:xfrm>
              <a:off x="101550" y="2565175"/>
              <a:ext cx="0" cy="24723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94" name="Google Shape;394;p55"/>
          <p:cNvSpPr txBox="1">
            <a:spLocks noGrp="1"/>
          </p:cNvSpPr>
          <p:nvPr>
            <p:ph type="subTitle" idx="1"/>
          </p:nvPr>
        </p:nvSpPr>
        <p:spPr>
          <a:xfrm>
            <a:off x="874900" y="4235909"/>
            <a:ext cx="2350800" cy="12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5" name="Google Shape;395;p55"/>
          <p:cNvSpPr txBox="1">
            <a:spLocks noGrp="1"/>
          </p:cNvSpPr>
          <p:nvPr>
            <p:ph type="subTitle" idx="2"/>
          </p:nvPr>
        </p:nvSpPr>
        <p:spPr>
          <a:xfrm>
            <a:off x="3577767" y="4235909"/>
            <a:ext cx="2353200" cy="12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96" name="Google Shape;396;p55"/>
          <p:cNvSpPr txBox="1">
            <a:spLocks noGrp="1"/>
          </p:cNvSpPr>
          <p:nvPr>
            <p:ph type="subTitle" idx="3"/>
          </p:nvPr>
        </p:nvSpPr>
        <p:spPr>
          <a:xfrm>
            <a:off x="8967500" y="4235909"/>
            <a:ext cx="2353200" cy="12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97" name="Google Shape;397;p55"/>
          <p:cNvSpPr txBox="1">
            <a:spLocks noGrp="1"/>
          </p:cNvSpPr>
          <p:nvPr>
            <p:ph type="subTitle" idx="4"/>
          </p:nvPr>
        </p:nvSpPr>
        <p:spPr>
          <a:xfrm>
            <a:off x="6280377" y="4235909"/>
            <a:ext cx="2353200" cy="12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8" name="Google Shape;398;p55"/>
          <p:cNvSpPr txBox="1">
            <a:spLocks noGrp="1"/>
          </p:cNvSpPr>
          <p:nvPr>
            <p:ph type="title"/>
          </p:nvPr>
        </p:nvSpPr>
        <p:spPr>
          <a:xfrm>
            <a:off x="2376484" y="428200"/>
            <a:ext cx="7440400" cy="8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56236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 10">
  <p:cSld name="Title and four column 10">
    <p:bg>
      <p:bgPr>
        <a:solidFill>
          <a:schemeClr val="dk1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6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1" name="Google Shape;401;p56"/>
          <p:cNvSpPr txBox="1">
            <a:spLocks noGrp="1"/>
          </p:cNvSpPr>
          <p:nvPr>
            <p:ph type="subTitle" idx="1"/>
          </p:nvPr>
        </p:nvSpPr>
        <p:spPr>
          <a:xfrm>
            <a:off x="6946767" y="3827563"/>
            <a:ext cx="2350800" cy="12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02" name="Google Shape;402;p56"/>
          <p:cNvSpPr txBox="1">
            <a:spLocks noGrp="1"/>
          </p:cNvSpPr>
          <p:nvPr>
            <p:ph type="subTitle" idx="2"/>
          </p:nvPr>
        </p:nvSpPr>
        <p:spPr>
          <a:xfrm>
            <a:off x="6946767" y="5170451"/>
            <a:ext cx="2353200" cy="12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03" name="Google Shape;403;p56"/>
          <p:cNvSpPr txBox="1">
            <a:spLocks noGrp="1"/>
          </p:cNvSpPr>
          <p:nvPr>
            <p:ph type="subTitle" idx="3"/>
          </p:nvPr>
        </p:nvSpPr>
        <p:spPr>
          <a:xfrm>
            <a:off x="6946767" y="1116617"/>
            <a:ext cx="2353200" cy="12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04" name="Google Shape;404;p56"/>
          <p:cNvSpPr txBox="1">
            <a:spLocks noGrp="1"/>
          </p:cNvSpPr>
          <p:nvPr>
            <p:ph type="subTitle" idx="4"/>
          </p:nvPr>
        </p:nvSpPr>
        <p:spPr>
          <a:xfrm>
            <a:off x="6946767" y="2466427"/>
            <a:ext cx="2353200" cy="12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05" name="Google Shape;405;p56"/>
          <p:cNvSpPr txBox="1">
            <a:spLocks noGrp="1"/>
          </p:cNvSpPr>
          <p:nvPr>
            <p:ph type="title"/>
          </p:nvPr>
        </p:nvSpPr>
        <p:spPr>
          <a:xfrm>
            <a:off x="950967" y="2434305"/>
            <a:ext cx="3907200" cy="19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4190293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 11">
  <p:cSld name="Title and four column 11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7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8" name="Google Shape;408;p57"/>
          <p:cNvSpPr/>
          <p:nvPr/>
        </p:nvSpPr>
        <p:spPr>
          <a:xfrm rot="-5400000">
            <a:off x="1055000" y="2209633"/>
            <a:ext cx="3015600" cy="5082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409" name="Google Shape;409;p57"/>
          <p:cNvSpPr/>
          <p:nvPr/>
        </p:nvSpPr>
        <p:spPr>
          <a:xfrm rot="-5400000">
            <a:off x="8134168" y="-332400"/>
            <a:ext cx="3015600" cy="5120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cxnSp>
        <p:nvCxnSpPr>
          <p:cNvPr id="410" name="Google Shape;410;p57"/>
          <p:cNvCxnSpPr/>
          <p:nvPr/>
        </p:nvCxnSpPr>
        <p:spPr>
          <a:xfrm rot="10800000">
            <a:off x="136233" y="3247000"/>
            <a:ext cx="0" cy="3008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1" name="Google Shape;411;p57"/>
          <p:cNvCxnSpPr/>
          <p:nvPr/>
        </p:nvCxnSpPr>
        <p:spPr>
          <a:xfrm rot="10800000">
            <a:off x="12056600" y="723400"/>
            <a:ext cx="0" cy="3008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2" name="Google Shape;412;p57"/>
          <p:cNvSpPr txBox="1">
            <a:spLocks noGrp="1"/>
          </p:cNvSpPr>
          <p:nvPr>
            <p:ph type="subTitle" idx="1"/>
          </p:nvPr>
        </p:nvSpPr>
        <p:spPr>
          <a:xfrm>
            <a:off x="851616" y="4927941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13" name="Google Shape;413;p57"/>
          <p:cNvSpPr txBox="1">
            <a:spLocks noGrp="1"/>
          </p:cNvSpPr>
          <p:nvPr>
            <p:ph type="subTitle" idx="2"/>
          </p:nvPr>
        </p:nvSpPr>
        <p:spPr>
          <a:xfrm>
            <a:off x="851600" y="3989953"/>
            <a:ext cx="3766000" cy="5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4" name="Google Shape;414;p57"/>
          <p:cNvSpPr txBox="1">
            <a:spLocks noGrp="1"/>
          </p:cNvSpPr>
          <p:nvPr>
            <p:ph type="subTitle" idx="3"/>
          </p:nvPr>
        </p:nvSpPr>
        <p:spPr>
          <a:xfrm>
            <a:off x="851616" y="3611789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15" name="Google Shape;415;p57"/>
          <p:cNvSpPr txBox="1">
            <a:spLocks noGrp="1"/>
          </p:cNvSpPr>
          <p:nvPr>
            <p:ph type="subTitle" idx="4"/>
          </p:nvPr>
        </p:nvSpPr>
        <p:spPr>
          <a:xfrm>
            <a:off x="851600" y="5305817"/>
            <a:ext cx="3767200" cy="5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6" name="Google Shape;416;p57"/>
          <p:cNvSpPr txBox="1">
            <a:spLocks noGrp="1"/>
          </p:cNvSpPr>
          <p:nvPr>
            <p:ph type="subTitle" idx="5"/>
          </p:nvPr>
        </p:nvSpPr>
        <p:spPr>
          <a:xfrm>
            <a:off x="7545517" y="1090107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17" name="Google Shape;417;p57"/>
          <p:cNvSpPr txBox="1">
            <a:spLocks noGrp="1"/>
          </p:cNvSpPr>
          <p:nvPr>
            <p:ph type="subTitle" idx="6"/>
          </p:nvPr>
        </p:nvSpPr>
        <p:spPr>
          <a:xfrm>
            <a:off x="7545517" y="2780280"/>
            <a:ext cx="3767200" cy="5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8" name="Google Shape;418;p57"/>
          <p:cNvSpPr txBox="1">
            <a:spLocks noGrp="1"/>
          </p:cNvSpPr>
          <p:nvPr>
            <p:ph type="subTitle" idx="7"/>
          </p:nvPr>
        </p:nvSpPr>
        <p:spPr>
          <a:xfrm>
            <a:off x="7545517" y="2405528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19" name="Google Shape;419;p57"/>
          <p:cNvSpPr txBox="1">
            <a:spLocks noGrp="1"/>
          </p:cNvSpPr>
          <p:nvPr>
            <p:ph type="subTitle" idx="8"/>
          </p:nvPr>
        </p:nvSpPr>
        <p:spPr>
          <a:xfrm>
            <a:off x="7545517" y="1467288"/>
            <a:ext cx="3767200" cy="5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0" name="Google Shape;420;p57"/>
          <p:cNvSpPr txBox="1">
            <a:spLocks noGrp="1"/>
          </p:cNvSpPr>
          <p:nvPr>
            <p:ph type="title"/>
          </p:nvPr>
        </p:nvSpPr>
        <p:spPr>
          <a:xfrm>
            <a:off x="819249" y="428792"/>
            <a:ext cx="5112400" cy="7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911478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 12">
  <p:cSld name="Title and four column 12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8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3" name="Google Shape;423;p58"/>
          <p:cNvSpPr txBox="1">
            <a:spLocks noGrp="1"/>
          </p:cNvSpPr>
          <p:nvPr>
            <p:ph type="subTitle" idx="1"/>
          </p:nvPr>
        </p:nvSpPr>
        <p:spPr>
          <a:xfrm>
            <a:off x="3792049" y="2317781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24" name="Google Shape;424;p58"/>
          <p:cNvSpPr txBox="1">
            <a:spLocks noGrp="1"/>
          </p:cNvSpPr>
          <p:nvPr>
            <p:ph type="subTitle" idx="2"/>
          </p:nvPr>
        </p:nvSpPr>
        <p:spPr>
          <a:xfrm>
            <a:off x="1022500" y="2813593"/>
            <a:ext cx="1840800" cy="5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5" name="Google Shape;425;p58"/>
          <p:cNvSpPr txBox="1">
            <a:spLocks noGrp="1"/>
          </p:cNvSpPr>
          <p:nvPr>
            <p:ph type="subTitle" idx="3"/>
          </p:nvPr>
        </p:nvSpPr>
        <p:spPr>
          <a:xfrm>
            <a:off x="1022516" y="2317796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26" name="Google Shape;426;p58"/>
          <p:cNvSpPr txBox="1">
            <a:spLocks noGrp="1"/>
          </p:cNvSpPr>
          <p:nvPr>
            <p:ph type="subTitle" idx="4"/>
          </p:nvPr>
        </p:nvSpPr>
        <p:spPr>
          <a:xfrm>
            <a:off x="3792033" y="2813291"/>
            <a:ext cx="1840800" cy="5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7" name="Google Shape;427;p58"/>
          <p:cNvSpPr txBox="1">
            <a:spLocks noGrp="1"/>
          </p:cNvSpPr>
          <p:nvPr>
            <p:ph type="subTitle" idx="5"/>
          </p:nvPr>
        </p:nvSpPr>
        <p:spPr>
          <a:xfrm>
            <a:off x="6559151" y="2317795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28" name="Google Shape;428;p58"/>
          <p:cNvSpPr txBox="1">
            <a:spLocks noGrp="1"/>
          </p:cNvSpPr>
          <p:nvPr>
            <p:ph type="subTitle" idx="6"/>
          </p:nvPr>
        </p:nvSpPr>
        <p:spPr>
          <a:xfrm>
            <a:off x="9328684" y="2810168"/>
            <a:ext cx="1840800" cy="5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9" name="Google Shape;429;p58"/>
          <p:cNvSpPr txBox="1">
            <a:spLocks noGrp="1"/>
          </p:cNvSpPr>
          <p:nvPr>
            <p:ph type="subTitle" idx="7"/>
          </p:nvPr>
        </p:nvSpPr>
        <p:spPr>
          <a:xfrm>
            <a:off x="9328684" y="2317781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30" name="Google Shape;430;p58"/>
          <p:cNvSpPr txBox="1">
            <a:spLocks noGrp="1"/>
          </p:cNvSpPr>
          <p:nvPr>
            <p:ph type="subTitle" idx="8"/>
          </p:nvPr>
        </p:nvSpPr>
        <p:spPr>
          <a:xfrm>
            <a:off x="6559151" y="2812609"/>
            <a:ext cx="1840800" cy="5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1" name="Google Shape;431;p58"/>
          <p:cNvSpPr txBox="1">
            <a:spLocks noGrp="1"/>
          </p:cNvSpPr>
          <p:nvPr>
            <p:ph type="title"/>
          </p:nvPr>
        </p:nvSpPr>
        <p:spPr>
          <a:xfrm>
            <a:off x="3539800" y="428792"/>
            <a:ext cx="5112400" cy="7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4153726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9"/>
          <p:cNvSpPr/>
          <p:nvPr/>
        </p:nvSpPr>
        <p:spPr>
          <a:xfrm>
            <a:off x="166933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4" name="Google Shape;434;p59"/>
          <p:cNvSpPr/>
          <p:nvPr/>
        </p:nvSpPr>
        <p:spPr>
          <a:xfrm>
            <a:off x="3550533" y="2326967"/>
            <a:ext cx="5154000" cy="4614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5" name="Google Shape;435;p59"/>
          <p:cNvSpPr txBox="1"/>
          <p:nvPr/>
        </p:nvSpPr>
        <p:spPr>
          <a:xfrm>
            <a:off x="4415000" y="5021067"/>
            <a:ext cx="3362000" cy="8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467">
                <a:solidFill>
                  <a:schemeClr val="lt1"/>
                </a:solidFill>
                <a:latin typeface="Overpass ExtraLight"/>
                <a:ea typeface="Overpass ExtraLight"/>
                <a:cs typeface="Overpass ExtraLight"/>
                <a:sym typeface="Overpass ExtraLight"/>
              </a:rPr>
              <a:t>CREDITS: This presentation template was created by</a:t>
            </a:r>
            <a:r>
              <a:rPr lang="en" sz="1467" b="1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Slidesgo</a:t>
            </a:r>
            <a:r>
              <a:rPr lang="en" sz="1467">
                <a:solidFill>
                  <a:schemeClr val="lt1"/>
                </a:solidFill>
                <a:latin typeface="Overpass ExtraLight"/>
                <a:ea typeface="Overpass ExtraLight"/>
                <a:cs typeface="Overpass ExtraLight"/>
                <a:sym typeface="Overpass ExtraLight"/>
              </a:rPr>
              <a:t>, including icons by </a:t>
            </a:r>
            <a:r>
              <a:rPr lang="en" sz="1467" b="1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Flaticon,</a:t>
            </a:r>
            <a:r>
              <a:rPr lang="en" sz="1467">
                <a:solidFill>
                  <a:schemeClr val="lt1"/>
                </a:solidFill>
                <a:latin typeface="Overpass ExtraLight"/>
                <a:ea typeface="Overpass ExtraLight"/>
                <a:cs typeface="Overpass ExtraLight"/>
                <a:sym typeface="Overpass ExtraLight"/>
              </a:rPr>
              <a:t> and infographics &amp; images by </a:t>
            </a:r>
            <a:r>
              <a:rPr lang="en" sz="1467" b="1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Freepik. </a:t>
            </a:r>
            <a:endParaRPr sz="1467" b="1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436" name="Google Shape;436;p59"/>
          <p:cNvSpPr txBox="1">
            <a:spLocks noGrp="1"/>
          </p:cNvSpPr>
          <p:nvPr>
            <p:ph type="title"/>
          </p:nvPr>
        </p:nvSpPr>
        <p:spPr>
          <a:xfrm>
            <a:off x="3574033" y="884121"/>
            <a:ext cx="5112400" cy="138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10666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59"/>
          <p:cNvSpPr txBox="1">
            <a:spLocks noGrp="1"/>
          </p:cNvSpPr>
          <p:nvPr>
            <p:ph type="subTitle" idx="1"/>
          </p:nvPr>
        </p:nvSpPr>
        <p:spPr>
          <a:xfrm>
            <a:off x="3697467" y="2530705"/>
            <a:ext cx="4762000" cy="16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2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cxnSp>
        <p:nvCxnSpPr>
          <p:cNvPr id="438" name="Google Shape;438;p59"/>
          <p:cNvCxnSpPr/>
          <p:nvPr/>
        </p:nvCxnSpPr>
        <p:spPr>
          <a:xfrm>
            <a:off x="3548417" y="6716400"/>
            <a:ext cx="5163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11811459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bg>
      <p:bgPr>
        <a:solidFill>
          <a:schemeClr val="dk1"/>
        </a:solidFill>
        <a:effectLst/>
      </p:bgPr>
    </p:bg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0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5743732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1"/>
          <p:cNvSpPr/>
          <p:nvPr/>
        </p:nvSpPr>
        <p:spPr>
          <a:xfrm>
            <a:off x="135400" y="141600"/>
            <a:ext cx="11921200" cy="657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3" name="Google Shape;443;p61"/>
          <p:cNvSpPr txBox="1">
            <a:spLocks noGrp="1"/>
          </p:cNvSpPr>
          <p:nvPr>
            <p:ph type="subTitle" idx="1"/>
          </p:nvPr>
        </p:nvSpPr>
        <p:spPr>
          <a:xfrm>
            <a:off x="3792049" y="2317781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44" name="Google Shape;444;p61"/>
          <p:cNvSpPr txBox="1">
            <a:spLocks noGrp="1"/>
          </p:cNvSpPr>
          <p:nvPr>
            <p:ph type="subTitle" idx="2"/>
          </p:nvPr>
        </p:nvSpPr>
        <p:spPr>
          <a:xfrm>
            <a:off x="1022500" y="2813593"/>
            <a:ext cx="1840800" cy="5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5" name="Google Shape;445;p61"/>
          <p:cNvSpPr txBox="1">
            <a:spLocks noGrp="1"/>
          </p:cNvSpPr>
          <p:nvPr>
            <p:ph type="subTitle" idx="3"/>
          </p:nvPr>
        </p:nvSpPr>
        <p:spPr>
          <a:xfrm>
            <a:off x="1022516" y="2317796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46" name="Google Shape;446;p61"/>
          <p:cNvSpPr txBox="1">
            <a:spLocks noGrp="1"/>
          </p:cNvSpPr>
          <p:nvPr>
            <p:ph type="subTitle" idx="4"/>
          </p:nvPr>
        </p:nvSpPr>
        <p:spPr>
          <a:xfrm>
            <a:off x="3792033" y="2813291"/>
            <a:ext cx="1840800" cy="5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7" name="Google Shape;447;p61"/>
          <p:cNvSpPr txBox="1">
            <a:spLocks noGrp="1"/>
          </p:cNvSpPr>
          <p:nvPr>
            <p:ph type="subTitle" idx="5"/>
          </p:nvPr>
        </p:nvSpPr>
        <p:spPr>
          <a:xfrm>
            <a:off x="6559151" y="2317795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48" name="Google Shape;448;p61"/>
          <p:cNvSpPr txBox="1">
            <a:spLocks noGrp="1"/>
          </p:cNvSpPr>
          <p:nvPr>
            <p:ph type="subTitle" idx="6"/>
          </p:nvPr>
        </p:nvSpPr>
        <p:spPr>
          <a:xfrm>
            <a:off x="9328684" y="2810168"/>
            <a:ext cx="1840800" cy="5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9" name="Google Shape;449;p61"/>
          <p:cNvSpPr txBox="1">
            <a:spLocks noGrp="1"/>
          </p:cNvSpPr>
          <p:nvPr>
            <p:ph type="subTitle" idx="7"/>
          </p:nvPr>
        </p:nvSpPr>
        <p:spPr>
          <a:xfrm>
            <a:off x="9328684" y="2317781"/>
            <a:ext cx="1838400" cy="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50" name="Google Shape;450;p61"/>
          <p:cNvSpPr txBox="1">
            <a:spLocks noGrp="1"/>
          </p:cNvSpPr>
          <p:nvPr>
            <p:ph type="subTitle" idx="8"/>
          </p:nvPr>
        </p:nvSpPr>
        <p:spPr>
          <a:xfrm>
            <a:off x="6559151" y="2812609"/>
            <a:ext cx="1840800" cy="5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4852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8" Type="http://schemas.openxmlformats.org/officeDocument/2006/relationships/slideLayout" Target="../slideLayouts/slideLayout69.xml"/><Relationship Id="rId5" Type="http://schemas.openxmlformats.org/officeDocument/2006/relationships/slideLayout" Target="../slideLayouts/slideLayout16.xml"/><Relationship Id="rId61" Type="http://schemas.openxmlformats.org/officeDocument/2006/relationships/theme" Target="../theme/theme2.xml"/><Relationship Id="rId1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slideLayout" Target="../slideLayouts/slideLayout67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59" Type="http://schemas.openxmlformats.org/officeDocument/2006/relationships/slideLayout" Target="../slideLayouts/slideLayout70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Relationship Id="rId6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360E78-54C4-393C-E8A2-7D480F17D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5154F-DE9E-3838-DEC2-7C9777FA5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40D06-137E-23C7-76E0-FEA779592D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AEFDC7-853F-4C37-8D74-F1056ED0C453}" type="datetime1">
              <a:rPr lang="de-DE" smtClean="0"/>
              <a:t>02.07.2024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B3DFA-FA19-8297-D863-E1FBBF36E8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043FD-BF1B-4739-6BEB-DFF90EFB17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C154DB-8464-4BDD-8B82-7D45619E763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1385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12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Bebas Neue"/>
              <a:buNone/>
              <a:defRPr sz="4300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12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"/>
              <a:buChar char="●"/>
              <a:defRPr sz="18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○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■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●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○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■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●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○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verpass"/>
              <a:buChar char="■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739054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  <p:sldLayoutId id="2147483716" r:id="rId20"/>
    <p:sldLayoutId id="2147483717" r:id="rId21"/>
    <p:sldLayoutId id="2147483718" r:id="rId22"/>
    <p:sldLayoutId id="2147483719" r:id="rId23"/>
    <p:sldLayoutId id="2147483720" r:id="rId24"/>
    <p:sldLayoutId id="2147483721" r:id="rId25"/>
    <p:sldLayoutId id="2147483722" r:id="rId26"/>
    <p:sldLayoutId id="2147483723" r:id="rId27"/>
    <p:sldLayoutId id="2147483724" r:id="rId28"/>
    <p:sldLayoutId id="2147483725" r:id="rId29"/>
    <p:sldLayoutId id="2147483726" r:id="rId30"/>
    <p:sldLayoutId id="2147483727" r:id="rId31"/>
    <p:sldLayoutId id="2147483728" r:id="rId32"/>
    <p:sldLayoutId id="2147483729" r:id="rId33"/>
    <p:sldLayoutId id="2147483730" r:id="rId34"/>
    <p:sldLayoutId id="2147483731" r:id="rId35"/>
    <p:sldLayoutId id="2147483732" r:id="rId36"/>
    <p:sldLayoutId id="2147483733" r:id="rId37"/>
    <p:sldLayoutId id="2147483734" r:id="rId38"/>
    <p:sldLayoutId id="2147483735" r:id="rId39"/>
    <p:sldLayoutId id="2147483736" r:id="rId40"/>
    <p:sldLayoutId id="2147483737" r:id="rId41"/>
    <p:sldLayoutId id="2147483738" r:id="rId42"/>
    <p:sldLayoutId id="2147483739" r:id="rId43"/>
    <p:sldLayoutId id="2147483740" r:id="rId44"/>
    <p:sldLayoutId id="2147483741" r:id="rId45"/>
    <p:sldLayoutId id="2147483742" r:id="rId46"/>
    <p:sldLayoutId id="2147483743" r:id="rId47"/>
    <p:sldLayoutId id="2147483744" r:id="rId48"/>
    <p:sldLayoutId id="2147483745" r:id="rId49"/>
    <p:sldLayoutId id="2147483746" r:id="rId50"/>
    <p:sldLayoutId id="2147483747" r:id="rId51"/>
    <p:sldLayoutId id="2147483748" r:id="rId52"/>
    <p:sldLayoutId id="2147483749" r:id="rId53"/>
    <p:sldLayoutId id="2147483750" r:id="rId54"/>
    <p:sldLayoutId id="2147483751" r:id="rId55"/>
    <p:sldLayoutId id="2147483752" r:id="rId56"/>
    <p:sldLayoutId id="2147483753" r:id="rId57"/>
    <p:sldLayoutId id="2147483754" r:id="rId58"/>
    <p:sldLayoutId id="2147483755" r:id="rId59"/>
    <p:sldLayoutId id="2147483756" r:id="rId60"/>
  </p:sldLayoutIdLst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4"/>
          <p:cNvSpPr txBox="1">
            <a:spLocks noGrp="1"/>
          </p:cNvSpPr>
          <p:nvPr>
            <p:ph type="ctrTitle"/>
          </p:nvPr>
        </p:nvSpPr>
        <p:spPr>
          <a:xfrm>
            <a:off x="2926367" y="1943000"/>
            <a:ext cx="6339200" cy="2972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/>
              <a:t>Robotic</a:t>
            </a:r>
            <a:endParaRPr dirty="0">
              <a:solidFill>
                <a:schemeClr val="dk1"/>
              </a:solidFill>
            </a:endParaRPr>
          </a:p>
          <a:p>
            <a:pPr>
              <a:buSzPts val="1100"/>
            </a:pPr>
            <a:r>
              <a:rPr lang="en" dirty="0">
                <a:solidFill>
                  <a:schemeClr val="lt1"/>
                </a:solidFill>
              </a:rPr>
              <a:t>Arm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C02C83-A4B1-4F90-BA4E-19F29423EF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Using MQTT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03AE74-83A8-4A72-AA17-2BD70AEB40C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86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37B1D6-E51D-C104-0F6A-7D8A16049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Color Sensor</a:t>
            </a:r>
            <a:endParaRPr lang="de-DE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BFBE7-8AEC-CA66-D7B3-010266CA3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 dirty="0"/>
              <a:t>makeConnection</a:t>
            </a:r>
          </a:p>
          <a:p>
            <a:r>
              <a:rPr lang="en-US" sz="2400" dirty="0"/>
              <a:t>Publish </a:t>
            </a:r>
          </a:p>
          <a:p>
            <a:r>
              <a:rPr lang="en-US" sz="2400" dirty="0"/>
              <a:t>Pins</a:t>
            </a:r>
          </a:p>
          <a:p>
            <a:r>
              <a:rPr lang="en-US" sz="2400" dirty="0" err="1"/>
              <a:t>measureRed</a:t>
            </a:r>
            <a:endParaRPr lang="en-US" sz="2400" dirty="0"/>
          </a:p>
          <a:p>
            <a:r>
              <a:rPr lang="en-US" sz="2400" dirty="0" err="1"/>
              <a:t>measureGreen</a:t>
            </a:r>
            <a:endParaRPr lang="en-US" sz="2400" dirty="0"/>
          </a:p>
          <a:p>
            <a:r>
              <a:rPr lang="en-US" sz="2400" dirty="0" err="1"/>
              <a:t>measureBlue</a:t>
            </a:r>
            <a:endParaRPr lang="en-US" sz="2400" dirty="0"/>
          </a:p>
          <a:p>
            <a:r>
              <a:rPr lang="en-US" sz="2400" dirty="0" err="1"/>
              <a:t>Decide_color</a:t>
            </a:r>
            <a:endParaRPr lang="de-DE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B62B10-D0CF-DA11-1EBA-91FC14BB4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0771" y="2030248"/>
            <a:ext cx="2819794" cy="1352739"/>
          </a:xfrm>
          <a:prstGeom prst="rect">
            <a:avLst/>
          </a:prstGeom>
        </p:spPr>
      </p:pic>
      <p:pic>
        <p:nvPicPr>
          <p:cNvPr id="13" name="Picture 12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8DE81E41-823A-D052-399B-230AD367BD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995" y="1401696"/>
            <a:ext cx="6161269" cy="5251951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C2C2F7B-8650-7AF3-8EBC-8BB275BB8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9411" y="6356350"/>
            <a:ext cx="11044645" cy="365125"/>
          </a:xfrm>
        </p:spPr>
        <p:txBody>
          <a:bodyPr/>
          <a:lstStyle/>
          <a:p>
            <a:pPr algn="l"/>
            <a:r>
              <a:rPr lang="de-DE"/>
              <a:t>https://www.mouser.com/catalog/specsheets/tcs3200-e11.pdf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5808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E8035DC-F60C-4A6E-908E-D1E41220FB29}"/>
              </a:ext>
            </a:extLst>
          </p:cNvPr>
          <p:cNvSpPr/>
          <p:nvPr/>
        </p:nvSpPr>
        <p:spPr>
          <a:xfrm>
            <a:off x="2921620" y="189571"/>
            <a:ext cx="5965902" cy="64231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DCD9B47-1F7B-48C4-AC7C-7D5DE60A16F6}"/>
              </a:ext>
            </a:extLst>
          </p:cNvPr>
          <p:cNvSpPr/>
          <p:nvPr/>
        </p:nvSpPr>
        <p:spPr>
          <a:xfrm>
            <a:off x="3010830" y="245329"/>
            <a:ext cx="5765180" cy="109282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Importing libraries for MQTT, BLYNK, time and motor usage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2EDA068-9D0C-4935-BFA9-AB7FAF875498}"/>
              </a:ext>
            </a:extLst>
          </p:cNvPr>
          <p:cNvSpPr/>
          <p:nvPr/>
        </p:nvSpPr>
        <p:spPr>
          <a:xfrm>
            <a:off x="3021981" y="1427359"/>
            <a:ext cx="5765180" cy="13492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-Declaring global for  color sensor readings and message from conveyor belt</a:t>
            </a:r>
          </a:p>
          <a:p>
            <a:pPr algn="ctr"/>
            <a:r>
              <a:rPr lang="en-US" dirty="0"/>
              <a:t>-Callbacks from for color sensor and conveyor belt topic and message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89FA253-45B1-43DB-A9F7-74C474396DFF}"/>
              </a:ext>
            </a:extLst>
          </p:cNvPr>
          <p:cNvSpPr/>
          <p:nvPr/>
        </p:nvSpPr>
        <p:spPr>
          <a:xfrm>
            <a:off x="3021981" y="2865861"/>
            <a:ext cx="5765180" cy="109282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-Making connection to the MQTT </a:t>
            </a:r>
          </a:p>
          <a:p>
            <a:pPr algn="ctr"/>
            <a:r>
              <a:rPr lang="en-US" dirty="0"/>
              <a:t>-Defining motors angles and speed</a:t>
            </a:r>
          </a:p>
          <a:p>
            <a:pPr algn="ctr"/>
            <a:r>
              <a:rPr lang="en-US" dirty="0"/>
              <a:t>-Subscribing to conveyor belt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713F99-E565-469F-BDA1-19A5028C053A}"/>
              </a:ext>
            </a:extLst>
          </p:cNvPr>
          <p:cNvSpPr/>
          <p:nvPr/>
        </p:nvSpPr>
        <p:spPr>
          <a:xfrm>
            <a:off x="3010830" y="4003285"/>
            <a:ext cx="5765180" cy="2007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loop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73FE7E0-99DB-4215-ADAF-ABCB30785F65}"/>
              </a:ext>
            </a:extLst>
          </p:cNvPr>
          <p:cNvSpPr/>
          <p:nvPr/>
        </p:nvSpPr>
        <p:spPr>
          <a:xfrm>
            <a:off x="3010830" y="4270916"/>
            <a:ext cx="5765180" cy="1371602"/>
          </a:xfrm>
          <a:prstGeom prst="roundRect">
            <a:avLst/>
          </a:prstGeom>
          <a:solidFill>
            <a:srgbClr val="D09E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-When conveyor belt sends a message, the robotic arm goes to conveyor belt and picks the cube</a:t>
            </a:r>
          </a:p>
          <a:p>
            <a:pPr algn="ctr"/>
            <a:r>
              <a:rPr lang="en-US" dirty="0"/>
              <a:t>- The robotic arm place the cube on top of the color sensor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0967EAB-58F7-428E-BF3D-B5F0C07C295D}"/>
              </a:ext>
            </a:extLst>
          </p:cNvPr>
          <p:cNvSpPr/>
          <p:nvPr/>
        </p:nvSpPr>
        <p:spPr>
          <a:xfrm>
            <a:off x="3021981" y="5709424"/>
            <a:ext cx="5765180" cy="825192"/>
          </a:xfrm>
          <a:prstGeom prst="roundRect">
            <a:avLst/>
          </a:prstGeom>
          <a:solidFill>
            <a:srgbClr val="0C8E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When the cube is blue, the robotic arm sorts it in the box, otherwise it goes to the conveyor belt again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73B48F-914D-44E4-BECD-02561C1751D9}"/>
              </a:ext>
            </a:extLst>
          </p:cNvPr>
          <p:cNvSpPr txBox="1"/>
          <p:nvPr/>
        </p:nvSpPr>
        <p:spPr>
          <a:xfrm>
            <a:off x="936702" y="1012954"/>
            <a:ext cx="103706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b="1" dirty="0">
                <a:solidFill>
                  <a:schemeClr val="bg1"/>
                </a:solidFill>
              </a:rPr>
              <a:t>R</a:t>
            </a:r>
          </a:p>
          <a:p>
            <a:r>
              <a:rPr lang="de-DE" sz="4400" b="1" dirty="0">
                <a:solidFill>
                  <a:schemeClr val="bg1"/>
                </a:solidFill>
              </a:rPr>
              <a:t>O</a:t>
            </a:r>
          </a:p>
          <a:p>
            <a:r>
              <a:rPr lang="de-DE" sz="4400" b="1" dirty="0">
                <a:solidFill>
                  <a:schemeClr val="bg1"/>
                </a:solidFill>
              </a:rPr>
              <a:t>B</a:t>
            </a:r>
          </a:p>
          <a:p>
            <a:r>
              <a:rPr lang="de-DE" sz="4400" b="1" dirty="0">
                <a:solidFill>
                  <a:schemeClr val="bg1"/>
                </a:solidFill>
              </a:rPr>
              <a:t>O</a:t>
            </a:r>
          </a:p>
          <a:p>
            <a:r>
              <a:rPr lang="de-DE" sz="4400" b="1" dirty="0">
                <a:solidFill>
                  <a:schemeClr val="bg1"/>
                </a:solidFill>
              </a:rPr>
              <a:t>T</a:t>
            </a:r>
          </a:p>
          <a:p>
            <a:r>
              <a:rPr lang="de-DE" sz="4400" b="1" dirty="0">
                <a:solidFill>
                  <a:schemeClr val="bg1"/>
                </a:solidFill>
              </a:rPr>
              <a:t>I</a:t>
            </a:r>
          </a:p>
          <a:p>
            <a:r>
              <a:rPr lang="de-DE" sz="4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D64752-A72C-43B6-916F-26F7ED989E2E}"/>
              </a:ext>
            </a:extLst>
          </p:cNvPr>
          <p:cNvSpPr txBox="1"/>
          <p:nvPr/>
        </p:nvSpPr>
        <p:spPr>
          <a:xfrm>
            <a:off x="10043532" y="2339292"/>
            <a:ext cx="103706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b="1" dirty="0">
                <a:solidFill>
                  <a:schemeClr val="bg1"/>
                </a:solidFill>
              </a:rPr>
              <a:t>A</a:t>
            </a:r>
          </a:p>
          <a:p>
            <a:r>
              <a:rPr lang="de-DE" sz="4400" b="1" dirty="0">
                <a:solidFill>
                  <a:schemeClr val="bg1"/>
                </a:solidFill>
              </a:rPr>
              <a:t>R</a:t>
            </a:r>
          </a:p>
          <a:p>
            <a:r>
              <a:rPr lang="de-DE" sz="4400" b="1" dirty="0">
                <a:solidFill>
                  <a:schemeClr val="bg1"/>
                </a:solidFill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441921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E8035DC-F60C-4A6E-908E-D1E41220FB29}"/>
              </a:ext>
            </a:extLst>
          </p:cNvPr>
          <p:cNvSpPr/>
          <p:nvPr/>
        </p:nvSpPr>
        <p:spPr>
          <a:xfrm>
            <a:off x="2921620" y="189571"/>
            <a:ext cx="5965902" cy="64231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DCD9B47-1F7B-48C4-AC7C-7D5DE60A16F6}"/>
              </a:ext>
            </a:extLst>
          </p:cNvPr>
          <p:cNvSpPr/>
          <p:nvPr/>
        </p:nvSpPr>
        <p:spPr>
          <a:xfrm>
            <a:off x="3010830" y="245329"/>
            <a:ext cx="5765180" cy="109282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-Importing libraries for MQTT and WLAN</a:t>
            </a:r>
          </a:p>
          <a:p>
            <a:pPr algn="ctr"/>
            <a:r>
              <a:rPr lang="en-US" dirty="0"/>
              <a:t>-Defining the pins for the motor driver, WLAN and MQTT status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2EDA068-9D0C-4935-BFA9-AB7FAF875498}"/>
              </a:ext>
            </a:extLst>
          </p:cNvPr>
          <p:cNvSpPr/>
          <p:nvPr/>
        </p:nvSpPr>
        <p:spPr>
          <a:xfrm>
            <a:off x="3021981" y="1628092"/>
            <a:ext cx="5765180" cy="13492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-Connecting to </a:t>
            </a:r>
            <a:r>
              <a:rPr lang="en-US" dirty="0" err="1"/>
              <a:t>WiFi</a:t>
            </a:r>
            <a:r>
              <a:rPr lang="en-US" dirty="0"/>
              <a:t> and MQTT broker</a:t>
            </a:r>
          </a:p>
          <a:p>
            <a:pPr algn="ctr"/>
            <a:r>
              <a:rPr lang="en-US" dirty="0"/>
              <a:t>-Subscribing to </a:t>
            </a:r>
            <a:r>
              <a:rPr lang="en-US" dirty="0" err="1"/>
              <a:t>BoxDetection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89FA253-45B1-43DB-A9F7-74C474396DFF}"/>
              </a:ext>
            </a:extLst>
          </p:cNvPr>
          <p:cNvSpPr/>
          <p:nvPr/>
        </p:nvSpPr>
        <p:spPr>
          <a:xfrm>
            <a:off x="3010830" y="3702207"/>
            <a:ext cx="5765180" cy="109282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-if the MQTT is not connected yet, LED for MQTT status is low and the conveyor belt is static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713F99-E565-469F-BDA1-19A5028C053A}"/>
              </a:ext>
            </a:extLst>
          </p:cNvPr>
          <p:cNvSpPr/>
          <p:nvPr/>
        </p:nvSpPr>
        <p:spPr>
          <a:xfrm>
            <a:off x="3010830" y="3200396"/>
            <a:ext cx="5765180" cy="2007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loop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73FE7E0-99DB-4215-ADAF-ABCB30785F65}"/>
              </a:ext>
            </a:extLst>
          </p:cNvPr>
          <p:cNvSpPr/>
          <p:nvPr/>
        </p:nvSpPr>
        <p:spPr>
          <a:xfrm>
            <a:off x="3010830" y="5062652"/>
            <a:ext cx="5765180" cy="1371602"/>
          </a:xfrm>
          <a:prstGeom prst="roundRect">
            <a:avLst/>
          </a:prstGeom>
          <a:solidFill>
            <a:srgbClr val="D09E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-When no message from the ultrasonic is received, the conveyor belt moves, otherwise it will remain stop until the ultrasonic allows 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73B48F-914D-44E4-BECD-02561C1751D9}"/>
              </a:ext>
            </a:extLst>
          </p:cNvPr>
          <p:cNvSpPr txBox="1"/>
          <p:nvPr/>
        </p:nvSpPr>
        <p:spPr>
          <a:xfrm>
            <a:off x="1003609" y="646521"/>
            <a:ext cx="10370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b="1" dirty="0">
                <a:solidFill>
                  <a:schemeClr val="bg1"/>
                </a:solidFill>
              </a:rPr>
              <a:t>C</a:t>
            </a:r>
          </a:p>
          <a:p>
            <a:r>
              <a:rPr lang="de-DE" sz="4400" b="1" dirty="0">
                <a:solidFill>
                  <a:schemeClr val="bg1"/>
                </a:solidFill>
              </a:rPr>
              <a:t>O</a:t>
            </a:r>
          </a:p>
          <a:p>
            <a:r>
              <a:rPr lang="de-DE" sz="4400" b="1" dirty="0">
                <a:solidFill>
                  <a:schemeClr val="bg1"/>
                </a:solidFill>
              </a:rPr>
              <a:t>N</a:t>
            </a:r>
          </a:p>
          <a:p>
            <a:r>
              <a:rPr lang="de-DE" sz="4400" b="1" dirty="0">
                <a:solidFill>
                  <a:schemeClr val="bg1"/>
                </a:solidFill>
              </a:rPr>
              <a:t>V</a:t>
            </a:r>
          </a:p>
          <a:p>
            <a:r>
              <a:rPr lang="de-DE" sz="4400" b="1" dirty="0">
                <a:solidFill>
                  <a:schemeClr val="bg1"/>
                </a:solidFill>
              </a:rPr>
              <a:t>E</a:t>
            </a:r>
          </a:p>
          <a:p>
            <a:r>
              <a:rPr lang="de-DE" sz="4400" b="1" dirty="0">
                <a:solidFill>
                  <a:schemeClr val="bg1"/>
                </a:solidFill>
              </a:rPr>
              <a:t>Y</a:t>
            </a:r>
          </a:p>
          <a:p>
            <a:r>
              <a:rPr lang="de-DE" sz="4400" b="1" dirty="0">
                <a:solidFill>
                  <a:schemeClr val="bg1"/>
                </a:solidFill>
              </a:rPr>
              <a:t>O</a:t>
            </a:r>
          </a:p>
          <a:p>
            <a:r>
              <a:rPr lang="de-DE" sz="4400" b="1" dirty="0">
                <a:solidFill>
                  <a:schemeClr val="bg1"/>
                </a:solidFill>
              </a:rPr>
              <a:t>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D64752-A72C-43B6-916F-26F7ED989E2E}"/>
              </a:ext>
            </a:extLst>
          </p:cNvPr>
          <p:cNvSpPr txBox="1"/>
          <p:nvPr/>
        </p:nvSpPr>
        <p:spPr>
          <a:xfrm>
            <a:off x="10043532" y="2028616"/>
            <a:ext cx="103706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b="1" dirty="0">
                <a:solidFill>
                  <a:schemeClr val="bg1"/>
                </a:solidFill>
              </a:rPr>
              <a:t>B</a:t>
            </a:r>
          </a:p>
          <a:p>
            <a:r>
              <a:rPr lang="de-DE" sz="4400" b="1" dirty="0">
                <a:solidFill>
                  <a:schemeClr val="bg1"/>
                </a:solidFill>
              </a:rPr>
              <a:t>E</a:t>
            </a:r>
          </a:p>
          <a:p>
            <a:r>
              <a:rPr lang="de-DE" sz="4400" b="1" dirty="0">
                <a:solidFill>
                  <a:schemeClr val="bg1"/>
                </a:solidFill>
              </a:rPr>
              <a:t>L</a:t>
            </a:r>
          </a:p>
          <a:p>
            <a:r>
              <a:rPr lang="de-DE" sz="4400" b="1" dirty="0">
                <a:solidFill>
                  <a:schemeClr val="bg1"/>
                </a:solidFill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437477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FE8F6-C5E2-4322-A846-7EAD13DEB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Class </a:t>
            </a:r>
            <a:r>
              <a:rPr lang="de-DE" dirty="0" err="1"/>
              <a:t>diagrams</a:t>
            </a:r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11ADDA-E662-4AC7-8AC1-77AB1218A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91F764-88F3-4B34-912D-39E3639BB9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306" y="1489332"/>
            <a:ext cx="5005388" cy="478705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6FBA5A3-5E62-4861-A8C5-0A461A25490A}"/>
              </a:ext>
            </a:extLst>
          </p:cNvPr>
          <p:cNvSpPr/>
          <p:nvPr/>
        </p:nvSpPr>
        <p:spPr>
          <a:xfrm>
            <a:off x="6466114" y="3882861"/>
            <a:ext cx="2132580" cy="2256682"/>
          </a:xfrm>
          <a:prstGeom prst="rect">
            <a:avLst/>
          </a:prstGeom>
          <a:solidFill>
            <a:srgbClr val="7ACFF5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079992E-AD7B-4D7A-9063-A83D1A70AF4F}"/>
              </a:ext>
            </a:extLst>
          </p:cNvPr>
          <p:cNvCxnSpPr/>
          <p:nvPr/>
        </p:nvCxnSpPr>
        <p:spPr>
          <a:xfrm>
            <a:off x="6466114" y="4058816"/>
            <a:ext cx="21325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436EA82-2B60-482E-8A40-576EDF2941BF}"/>
              </a:ext>
            </a:extLst>
          </p:cNvPr>
          <p:cNvSpPr txBox="1"/>
          <p:nvPr/>
        </p:nvSpPr>
        <p:spPr>
          <a:xfrm>
            <a:off x="6996167" y="3812232"/>
            <a:ext cx="1072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 dirty="0"/>
              <a:t>Conveyer belt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48E89B-F342-4CC9-A9CD-CE549DDE70FB}"/>
              </a:ext>
            </a:extLst>
          </p:cNvPr>
          <p:cNvCxnSpPr/>
          <p:nvPr/>
        </p:nvCxnSpPr>
        <p:spPr>
          <a:xfrm>
            <a:off x="6457554" y="4603102"/>
            <a:ext cx="21325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A891288-FD06-4E75-8BAD-D156F0E4DE01}"/>
              </a:ext>
            </a:extLst>
          </p:cNvPr>
          <p:cNvSpPr txBox="1"/>
          <p:nvPr/>
        </p:nvSpPr>
        <p:spPr>
          <a:xfrm>
            <a:off x="6439877" y="4042206"/>
            <a:ext cx="10724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-</a:t>
            </a:r>
            <a:r>
              <a:rPr lang="de-DE" sz="1000" dirty="0" err="1"/>
              <a:t>dirPin</a:t>
            </a:r>
            <a:r>
              <a:rPr lang="de-DE" sz="1000" dirty="0"/>
              <a:t> : </a:t>
            </a:r>
            <a:r>
              <a:rPr lang="de-DE" sz="1000" dirty="0" err="1"/>
              <a:t>int</a:t>
            </a:r>
            <a:br>
              <a:rPr lang="de-DE" sz="1000" dirty="0"/>
            </a:br>
            <a:r>
              <a:rPr lang="de-DE" sz="1000" dirty="0"/>
              <a:t>-</a:t>
            </a:r>
            <a:r>
              <a:rPr lang="de-DE" sz="1000" dirty="0" err="1"/>
              <a:t>stepPin</a:t>
            </a:r>
            <a:r>
              <a:rPr lang="de-DE" sz="1000" dirty="0"/>
              <a:t> : </a:t>
            </a:r>
            <a:r>
              <a:rPr lang="de-DE" sz="1000" dirty="0" err="1"/>
              <a:t>int</a:t>
            </a:r>
            <a:endParaRPr lang="de-DE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07AFB4-CF7C-40A1-8897-8F72316B4FB7}"/>
              </a:ext>
            </a:extLst>
          </p:cNvPr>
          <p:cNvSpPr txBox="1"/>
          <p:nvPr/>
        </p:nvSpPr>
        <p:spPr>
          <a:xfrm>
            <a:off x="6451371" y="4642572"/>
            <a:ext cx="10724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+</a:t>
            </a:r>
            <a:r>
              <a:rPr lang="de-DE" sz="1000" dirty="0" err="1"/>
              <a:t>move</a:t>
            </a:r>
            <a:r>
              <a:rPr lang="de-DE" sz="1000" dirty="0"/>
              <a:t> : </a:t>
            </a:r>
            <a:r>
              <a:rPr lang="de-DE" sz="1000" dirty="0" err="1"/>
              <a:t>void</a:t>
            </a:r>
            <a:br>
              <a:rPr lang="de-DE" sz="1000" dirty="0"/>
            </a:br>
            <a:r>
              <a:rPr lang="de-DE" sz="1000" dirty="0"/>
              <a:t>+</a:t>
            </a:r>
            <a:r>
              <a:rPr lang="de-DE" sz="1000" dirty="0" err="1"/>
              <a:t>stop</a:t>
            </a:r>
            <a:r>
              <a:rPr lang="de-DE" sz="1000" dirty="0"/>
              <a:t> : </a:t>
            </a:r>
            <a:r>
              <a:rPr lang="de-DE" sz="1000" dirty="0" err="1"/>
              <a:t>void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688645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9487E-5C86-42DC-8314-B33FDA55D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Conveyor</a:t>
            </a:r>
            <a:r>
              <a:rPr lang="de-DE" dirty="0"/>
              <a:t> belt </a:t>
            </a:r>
            <a:r>
              <a:rPr lang="de-DE" dirty="0" err="1"/>
              <a:t>motor</a:t>
            </a:r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AB5C03-3BE8-425C-B46D-FECD987D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845A8A-1125-4671-8DB0-96527FB622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9063" y="1451835"/>
            <a:ext cx="8213873" cy="490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578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E5970-601B-48D5-BD89-47610AB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Distance</a:t>
            </a:r>
            <a:r>
              <a:rPr lang="de-DE" dirty="0"/>
              <a:t> </a:t>
            </a:r>
            <a:r>
              <a:rPr lang="de-DE" dirty="0" err="1"/>
              <a:t>sensor</a:t>
            </a:r>
            <a:r>
              <a:rPr lang="de-DE" dirty="0"/>
              <a:t> (HC-SR04)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7C4BDD-B64B-472C-814E-84B1BADA1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CD2331-9C76-4C19-9B28-29B2D46761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681" y="1438144"/>
            <a:ext cx="8216638" cy="483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120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inimal Marketing by Slidesgo XL">
  <a:themeElements>
    <a:clrScheme name="Simple Light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00000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21212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268</Words>
  <Application>Microsoft Office PowerPoint</Application>
  <PresentationFormat>Widescreen</PresentationFormat>
  <Paragraphs>57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Aptos</vt:lpstr>
      <vt:lpstr>Aptos Display</vt:lpstr>
      <vt:lpstr>Arial</vt:lpstr>
      <vt:lpstr>Bebas Neue</vt:lpstr>
      <vt:lpstr>Fira Sans Extra Condensed Medium</vt:lpstr>
      <vt:lpstr>Overpass</vt:lpstr>
      <vt:lpstr>Overpass ExtraLight</vt:lpstr>
      <vt:lpstr>Overpass Light</vt:lpstr>
      <vt:lpstr>Roboto Slab Light</vt:lpstr>
      <vt:lpstr>Office Theme</vt:lpstr>
      <vt:lpstr>Minimal Marketing by Slidesgo XL</vt:lpstr>
      <vt:lpstr>Robotic Arm</vt:lpstr>
      <vt:lpstr>PowerPoint Presentation</vt:lpstr>
      <vt:lpstr>Color Sensor</vt:lpstr>
      <vt:lpstr>PowerPoint Presentation</vt:lpstr>
      <vt:lpstr>PowerPoint Presentation</vt:lpstr>
      <vt:lpstr>Class diagrams</vt:lpstr>
      <vt:lpstr>Conveyor belt motor</vt:lpstr>
      <vt:lpstr>Distance sensor (HC-SR04)</vt:lpstr>
    </vt:vector>
  </TitlesOfParts>
  <Company>Infineon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 Sensor</dc:title>
  <dc:creator>Zakhary Andrew Antwan Mikheal Fahmy (GIP GEMS LMP TM LP)</dc:creator>
  <cp:lastModifiedBy>González Caballero, David Francisco</cp:lastModifiedBy>
  <cp:revision>24</cp:revision>
  <dcterms:created xsi:type="dcterms:W3CDTF">2024-07-01T08:55:06Z</dcterms:created>
  <dcterms:modified xsi:type="dcterms:W3CDTF">2024-07-02T07:24:12Z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15a25aa-e944-415d-b7a7-40f6b9180b6b_Enabled">
    <vt:lpwstr>true</vt:lpwstr>
  </property>
  <property fmtid="{D5CDD505-2E9C-101B-9397-08002B2CF9AE}" pid="3" name="MSIP_Label_a15a25aa-e944-415d-b7a7-40f6b9180b6b_SetDate">
    <vt:lpwstr>2024-07-01T09:13:20Z</vt:lpwstr>
  </property>
  <property fmtid="{D5CDD505-2E9C-101B-9397-08002B2CF9AE}" pid="4" name="MSIP_Label_a15a25aa-e944-415d-b7a7-40f6b9180b6b_Method">
    <vt:lpwstr>Standard</vt:lpwstr>
  </property>
  <property fmtid="{D5CDD505-2E9C-101B-9397-08002B2CF9AE}" pid="5" name="MSIP_Label_a15a25aa-e944-415d-b7a7-40f6b9180b6b_Name">
    <vt:lpwstr>a15a25aa-e944-415d-b7a7-40f6b9180b6b</vt:lpwstr>
  </property>
  <property fmtid="{D5CDD505-2E9C-101B-9397-08002B2CF9AE}" pid="6" name="MSIP_Label_a15a25aa-e944-415d-b7a7-40f6b9180b6b_SiteId">
    <vt:lpwstr>eeb8d0e8-3544-41d3-aac6-934c309faf5a</vt:lpwstr>
  </property>
  <property fmtid="{D5CDD505-2E9C-101B-9397-08002B2CF9AE}" pid="7" name="MSIP_Label_a15a25aa-e944-415d-b7a7-40f6b9180b6b_ActionId">
    <vt:lpwstr>a6cf9b14-eca3-490b-956c-e869f6b4631f</vt:lpwstr>
  </property>
  <property fmtid="{D5CDD505-2E9C-101B-9397-08002B2CF9AE}" pid="8" name="MSIP_Label_a15a25aa-e944-415d-b7a7-40f6b9180b6b_ContentBits">
    <vt:lpwstr>0</vt:lpwstr>
  </property>
</Properties>
</file>